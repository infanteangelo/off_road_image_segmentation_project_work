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6" r:id="rId11"/>
    <p:sldId id="267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1"/>
    <p:restoredTop sz="86359"/>
  </p:normalViewPr>
  <p:slideViewPr>
    <p:cSldViewPr snapToGrid="0">
      <p:cViewPr>
        <p:scale>
          <a:sx n="71" d="100"/>
          <a:sy n="71" d="100"/>
        </p:scale>
        <p:origin x="834" y="-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81F1E0-38EC-4F0B-AC1F-93A10DD23B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20B2D3-6EA0-49A0-A09B-D52147456D24}">
      <dgm:prSet custT="1"/>
      <dgm:spPr>
        <a:solidFill>
          <a:schemeClr val="accent1">
            <a:hueOff val="0"/>
            <a:satOff val="0"/>
            <a:lumOff val="0"/>
            <a:alpha val="77000"/>
          </a:schemeClr>
        </a:solidFill>
        <a:ln>
          <a:solidFill>
            <a:schemeClr val="lt1">
              <a:hueOff val="0"/>
              <a:satOff val="0"/>
              <a:lumOff val="0"/>
              <a:alpha val="0"/>
            </a:schemeClr>
          </a:solidFill>
        </a:ln>
      </dgm:spPr>
      <dgm:t>
        <a:bodyPr/>
        <a:lstStyle/>
        <a:p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Perform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semantic </a:t>
          </a:r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segmentation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on RGB images;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BF3D97-FF34-492E-A37F-63E74E92DEC9}" type="parTrans" cxnId="{07B620B6-9099-48E4-B3BF-FC0BCA04BCAB}">
      <dgm:prSet/>
      <dgm:spPr/>
      <dgm:t>
        <a:bodyPr/>
        <a:lstStyle/>
        <a:p>
          <a:endParaRPr lang="en-US"/>
        </a:p>
      </dgm:t>
    </dgm:pt>
    <dgm:pt modelId="{D486F94D-F886-47C4-928D-469EE7CCBD8B}" type="sibTrans" cxnId="{07B620B6-9099-48E4-B3BF-FC0BCA04BCAB}">
      <dgm:prSet/>
      <dgm:spPr/>
      <dgm:t>
        <a:bodyPr/>
        <a:lstStyle/>
        <a:p>
          <a:endParaRPr lang="en-US"/>
        </a:p>
      </dgm:t>
    </dgm:pt>
    <dgm:pt modelId="{ADC3D0A2-C938-4D11-8B01-79428480A3B7}">
      <dgm:prSet custT="1"/>
      <dgm:spPr>
        <a:solidFill>
          <a:schemeClr val="accent1">
            <a:hueOff val="0"/>
            <a:satOff val="0"/>
            <a:lumOff val="0"/>
            <a:alpha val="77000"/>
          </a:schemeClr>
        </a:solidFill>
        <a:ln>
          <a:solidFill>
            <a:schemeClr val="lt1">
              <a:hueOff val="0"/>
              <a:satOff val="0"/>
              <a:lumOff val="0"/>
              <a:alpha val="0"/>
            </a:schemeClr>
          </a:solidFill>
        </a:ln>
      </dgm:spPr>
      <dgm:t>
        <a:bodyPr/>
        <a:lstStyle/>
        <a:p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Classify </a:t>
          </a:r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each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pixel into 9 semantic </a:t>
          </a:r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categories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B72854-4C9E-4BA0-876F-807581EBAAC6}" type="parTrans" cxnId="{55BCE7FE-3965-4D55-AD0E-B3532E49940A}">
      <dgm:prSet/>
      <dgm:spPr/>
      <dgm:t>
        <a:bodyPr/>
        <a:lstStyle/>
        <a:p>
          <a:endParaRPr lang="en-US"/>
        </a:p>
      </dgm:t>
    </dgm:pt>
    <dgm:pt modelId="{EF8918AA-179F-46F5-9E97-78BAC6B29752}" type="sibTrans" cxnId="{55BCE7FE-3965-4D55-AD0E-B3532E49940A}">
      <dgm:prSet/>
      <dgm:spPr/>
      <dgm:t>
        <a:bodyPr/>
        <a:lstStyle/>
        <a:p>
          <a:endParaRPr lang="en-US"/>
        </a:p>
      </dgm:t>
    </dgm:pt>
    <dgm:pt modelId="{8EC14DC8-37F3-4182-9A67-A0FE809DF307}">
      <dgm:prSet custT="1"/>
      <dgm:spPr>
        <a:solidFill>
          <a:schemeClr val="accent1">
            <a:hueOff val="0"/>
            <a:satOff val="0"/>
            <a:lumOff val="0"/>
            <a:alpha val="77000"/>
          </a:schemeClr>
        </a:solidFill>
        <a:ln>
          <a:solidFill>
            <a:schemeClr val="lt1">
              <a:hueOff val="0"/>
              <a:satOff val="0"/>
              <a:lumOff val="0"/>
              <a:alpha val="0"/>
            </a:schemeClr>
          </a:solidFill>
        </a:ln>
      </dgm:spPr>
      <dgm:t>
        <a:bodyPr/>
        <a:lstStyle/>
        <a:p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Ensure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real-time </a:t>
          </a:r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inference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on </a:t>
          </a:r>
          <a:r>
            <a:rPr lang="it-IT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resource-constrained</a:t>
          </a:r>
          <a:r>
            <a:rPr lang="it-IT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devices;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5B240A-438D-4365-8EAE-7E11E380290D}" type="parTrans" cxnId="{74B8DD1C-1816-40B1-B181-90FCD6EABE87}">
      <dgm:prSet/>
      <dgm:spPr/>
      <dgm:t>
        <a:bodyPr/>
        <a:lstStyle/>
        <a:p>
          <a:endParaRPr lang="en-US"/>
        </a:p>
      </dgm:t>
    </dgm:pt>
    <dgm:pt modelId="{17799B59-EBA6-45EF-B8FE-0F707C69021F}" type="sibTrans" cxnId="{74B8DD1C-1816-40B1-B181-90FCD6EABE87}">
      <dgm:prSet/>
      <dgm:spPr/>
      <dgm:t>
        <a:bodyPr/>
        <a:lstStyle/>
        <a:p>
          <a:endParaRPr lang="en-US"/>
        </a:p>
      </dgm:t>
    </dgm:pt>
    <dgm:pt modelId="{0200FDEB-B8CB-474E-9917-7F76DD6963F9}" type="pres">
      <dgm:prSet presAssocID="{3A81F1E0-38EC-4F0B-AC1F-93A10DD23BB6}" presName="linear" presStyleCnt="0">
        <dgm:presLayoutVars>
          <dgm:animLvl val="lvl"/>
          <dgm:resizeHandles val="exact"/>
        </dgm:presLayoutVars>
      </dgm:prSet>
      <dgm:spPr/>
    </dgm:pt>
    <dgm:pt modelId="{2C75E173-5DE9-2C44-AFA9-228534F71DB2}" type="pres">
      <dgm:prSet presAssocID="{B320B2D3-6EA0-49A0-A09B-D52147456D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F7F015-B1AA-0C4F-A81A-385007C9AF06}" type="pres">
      <dgm:prSet presAssocID="{D486F94D-F886-47C4-928D-469EE7CCBD8B}" presName="spacer" presStyleCnt="0"/>
      <dgm:spPr/>
    </dgm:pt>
    <dgm:pt modelId="{5FE02C81-3D8A-CC45-8E5A-1FDE6712DA09}" type="pres">
      <dgm:prSet presAssocID="{ADC3D0A2-C938-4D11-8B01-79428480A3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E67661-B1F7-3642-9AF3-F4DEFE15DA02}" type="pres">
      <dgm:prSet presAssocID="{EF8918AA-179F-46F5-9E97-78BAC6B29752}" presName="spacer" presStyleCnt="0"/>
      <dgm:spPr/>
    </dgm:pt>
    <dgm:pt modelId="{B98FD864-C2EC-304D-B89A-FD980B7AB8AE}" type="pres">
      <dgm:prSet presAssocID="{8EC14DC8-37F3-4182-9A67-A0FE809DF3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B8DD1C-1816-40B1-B181-90FCD6EABE87}" srcId="{3A81F1E0-38EC-4F0B-AC1F-93A10DD23BB6}" destId="{8EC14DC8-37F3-4182-9A67-A0FE809DF307}" srcOrd="2" destOrd="0" parTransId="{385B240A-438D-4365-8EAE-7E11E380290D}" sibTransId="{17799B59-EBA6-45EF-B8FE-0F707C69021F}"/>
    <dgm:cxn modelId="{D665F852-C30D-2F45-929E-155AB71A4B2E}" type="presOf" srcId="{ADC3D0A2-C938-4D11-8B01-79428480A3B7}" destId="{5FE02C81-3D8A-CC45-8E5A-1FDE6712DA09}" srcOrd="0" destOrd="0" presId="urn:microsoft.com/office/officeart/2005/8/layout/vList2"/>
    <dgm:cxn modelId="{ABA2D879-37B6-CD48-989A-9E7DFBD10388}" type="presOf" srcId="{8EC14DC8-37F3-4182-9A67-A0FE809DF307}" destId="{B98FD864-C2EC-304D-B89A-FD980B7AB8AE}" srcOrd="0" destOrd="0" presId="urn:microsoft.com/office/officeart/2005/8/layout/vList2"/>
    <dgm:cxn modelId="{CABCC8AD-CDAA-0E44-83AA-D92F62B2D569}" type="presOf" srcId="{3A81F1E0-38EC-4F0B-AC1F-93A10DD23BB6}" destId="{0200FDEB-B8CB-474E-9917-7F76DD6963F9}" srcOrd="0" destOrd="0" presId="urn:microsoft.com/office/officeart/2005/8/layout/vList2"/>
    <dgm:cxn modelId="{07B620B6-9099-48E4-B3BF-FC0BCA04BCAB}" srcId="{3A81F1E0-38EC-4F0B-AC1F-93A10DD23BB6}" destId="{B320B2D3-6EA0-49A0-A09B-D52147456D24}" srcOrd="0" destOrd="0" parTransId="{85BF3D97-FF34-492E-A37F-63E74E92DEC9}" sibTransId="{D486F94D-F886-47C4-928D-469EE7CCBD8B}"/>
    <dgm:cxn modelId="{C3EF66EC-B418-7242-A033-634BB78C19AA}" type="presOf" srcId="{B320B2D3-6EA0-49A0-A09B-D52147456D24}" destId="{2C75E173-5DE9-2C44-AFA9-228534F71DB2}" srcOrd="0" destOrd="0" presId="urn:microsoft.com/office/officeart/2005/8/layout/vList2"/>
    <dgm:cxn modelId="{55BCE7FE-3965-4D55-AD0E-B3532E49940A}" srcId="{3A81F1E0-38EC-4F0B-AC1F-93A10DD23BB6}" destId="{ADC3D0A2-C938-4D11-8B01-79428480A3B7}" srcOrd="1" destOrd="0" parTransId="{6CB72854-4C9E-4BA0-876F-807581EBAAC6}" sibTransId="{EF8918AA-179F-46F5-9E97-78BAC6B29752}"/>
    <dgm:cxn modelId="{FE79DB95-7474-4142-A5B5-0B20684B030C}" type="presParOf" srcId="{0200FDEB-B8CB-474E-9917-7F76DD6963F9}" destId="{2C75E173-5DE9-2C44-AFA9-228534F71DB2}" srcOrd="0" destOrd="0" presId="urn:microsoft.com/office/officeart/2005/8/layout/vList2"/>
    <dgm:cxn modelId="{3F8A89DC-228A-0C49-8D48-C8FC6D3151B9}" type="presParOf" srcId="{0200FDEB-B8CB-474E-9917-7F76DD6963F9}" destId="{B0F7F015-B1AA-0C4F-A81A-385007C9AF06}" srcOrd="1" destOrd="0" presId="urn:microsoft.com/office/officeart/2005/8/layout/vList2"/>
    <dgm:cxn modelId="{28976EC1-33FC-304E-9C5D-3D1EF49CA646}" type="presParOf" srcId="{0200FDEB-B8CB-474E-9917-7F76DD6963F9}" destId="{5FE02C81-3D8A-CC45-8E5A-1FDE6712DA09}" srcOrd="2" destOrd="0" presId="urn:microsoft.com/office/officeart/2005/8/layout/vList2"/>
    <dgm:cxn modelId="{B4371DA5-5982-B046-9CE7-C042FFE1E953}" type="presParOf" srcId="{0200FDEB-B8CB-474E-9917-7F76DD6963F9}" destId="{90E67661-B1F7-3642-9AF3-F4DEFE15DA02}" srcOrd="3" destOrd="0" presId="urn:microsoft.com/office/officeart/2005/8/layout/vList2"/>
    <dgm:cxn modelId="{FD2AC3BB-0DD9-CF45-9A0C-A37D339D6C4D}" type="presParOf" srcId="{0200FDEB-B8CB-474E-9917-7F76DD6963F9}" destId="{B98FD864-C2EC-304D-B89A-FD980B7AB8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4047E6-3244-453A-8D7E-B1179EB4BB19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CEA24C-3509-41CC-8B8A-C586EF330B97}">
      <dgm:prSet custT="1"/>
      <dgm:spPr/>
      <dgm:t>
        <a:bodyPr/>
        <a:lstStyle/>
        <a:p>
          <a:r>
            <a:rPr lang="it-IT" sz="2000" b="1" dirty="0"/>
            <a:t>Functional Requirements</a:t>
          </a:r>
          <a:endParaRPr lang="en-US" sz="2000" dirty="0"/>
        </a:p>
      </dgm:t>
    </dgm:pt>
    <dgm:pt modelId="{BE83F4A6-310D-41D4-A58E-5184F11844F8}" type="parTrans" cxnId="{79512928-DD11-4340-B2BB-7EB656DFF66A}">
      <dgm:prSet/>
      <dgm:spPr/>
      <dgm:t>
        <a:bodyPr/>
        <a:lstStyle/>
        <a:p>
          <a:endParaRPr lang="en-US"/>
        </a:p>
      </dgm:t>
    </dgm:pt>
    <dgm:pt modelId="{A6E9AF7E-A17C-4810-8F47-0F7B45B2C22B}" type="sibTrans" cxnId="{79512928-DD11-4340-B2BB-7EB656DFF66A}">
      <dgm:prSet/>
      <dgm:spPr/>
      <dgm:t>
        <a:bodyPr/>
        <a:lstStyle/>
        <a:p>
          <a:endParaRPr lang="en-US"/>
        </a:p>
      </dgm:t>
    </dgm:pt>
    <dgm:pt modelId="{3AC6F56E-6AC5-4A40-805E-CCB13EEB55C7}">
      <dgm:prSet custT="1"/>
      <dgm:spPr/>
      <dgm:t>
        <a:bodyPr/>
        <a:lstStyle/>
        <a:p>
          <a:pPr algn="l"/>
          <a:r>
            <a:rPr lang="it-IT" sz="1600" dirty="0"/>
            <a:t>The system must </a:t>
          </a:r>
          <a:r>
            <a:rPr lang="it-IT" sz="1600" dirty="0" err="1"/>
            <a:t>perform</a:t>
          </a:r>
          <a:r>
            <a:rPr lang="it-IT" sz="1600" dirty="0"/>
            <a:t> semantic </a:t>
          </a:r>
          <a:r>
            <a:rPr lang="it-IT" sz="1600" dirty="0" err="1"/>
            <a:t>segmentation</a:t>
          </a:r>
          <a:r>
            <a:rPr lang="it-IT" sz="1600" dirty="0"/>
            <a:t> on RGB images.</a:t>
          </a:r>
          <a:endParaRPr lang="en-US" sz="1600" dirty="0"/>
        </a:p>
      </dgm:t>
    </dgm:pt>
    <dgm:pt modelId="{82D04DE1-B549-4DC4-90FB-2185AF7349E1}" type="parTrans" cxnId="{D33A87E1-96E2-4CEA-9A46-5EAC1D4A39C7}">
      <dgm:prSet/>
      <dgm:spPr/>
      <dgm:t>
        <a:bodyPr/>
        <a:lstStyle/>
        <a:p>
          <a:endParaRPr lang="en-US"/>
        </a:p>
      </dgm:t>
    </dgm:pt>
    <dgm:pt modelId="{37A72D47-7E70-49F2-B63F-5093073B8EDC}" type="sibTrans" cxnId="{D33A87E1-96E2-4CEA-9A46-5EAC1D4A39C7}">
      <dgm:prSet/>
      <dgm:spPr/>
      <dgm:t>
        <a:bodyPr/>
        <a:lstStyle/>
        <a:p>
          <a:endParaRPr lang="en-US"/>
        </a:p>
      </dgm:t>
    </dgm:pt>
    <dgm:pt modelId="{BB51B975-413D-419D-9105-5E863A96044C}">
      <dgm:prSet custT="1"/>
      <dgm:spPr/>
      <dgm:t>
        <a:bodyPr/>
        <a:lstStyle/>
        <a:p>
          <a:pPr algn="l"/>
          <a:r>
            <a:rPr lang="it-IT" sz="1600" dirty="0" err="1"/>
            <a:t>Each</a:t>
          </a:r>
          <a:r>
            <a:rPr lang="it-IT" sz="1600" dirty="0"/>
            <a:t> pixel must be classified into one of 9 </a:t>
          </a:r>
          <a:r>
            <a:rPr lang="it-IT" sz="1600" dirty="0" err="1"/>
            <a:t>predefined</a:t>
          </a:r>
          <a:r>
            <a:rPr lang="it-IT" sz="1600" dirty="0"/>
            <a:t> semantic classes.</a:t>
          </a:r>
          <a:endParaRPr lang="en-US" sz="1600" dirty="0"/>
        </a:p>
      </dgm:t>
    </dgm:pt>
    <dgm:pt modelId="{9ADB348F-85A2-4115-97DC-7CDB73D6D5F1}" type="parTrans" cxnId="{01B794CF-D0A1-480F-B108-F7A16845C3BA}">
      <dgm:prSet/>
      <dgm:spPr/>
      <dgm:t>
        <a:bodyPr/>
        <a:lstStyle/>
        <a:p>
          <a:endParaRPr lang="en-US"/>
        </a:p>
      </dgm:t>
    </dgm:pt>
    <dgm:pt modelId="{B3F4809E-6CD0-49C1-888C-A6464A89166C}" type="sibTrans" cxnId="{01B794CF-D0A1-480F-B108-F7A16845C3BA}">
      <dgm:prSet/>
      <dgm:spPr/>
      <dgm:t>
        <a:bodyPr/>
        <a:lstStyle/>
        <a:p>
          <a:endParaRPr lang="en-US"/>
        </a:p>
      </dgm:t>
    </dgm:pt>
    <dgm:pt modelId="{16E73036-C24A-455A-B20A-C8921050AB1B}">
      <dgm:prSet custT="1"/>
      <dgm:spPr/>
      <dgm:t>
        <a:bodyPr/>
        <a:lstStyle/>
        <a:p>
          <a:pPr algn="l"/>
          <a:r>
            <a:rPr lang="it-IT" sz="1600" dirty="0"/>
            <a:t>The output must be a </a:t>
          </a:r>
          <a:r>
            <a:rPr lang="it-IT" sz="1600" dirty="0" err="1"/>
            <a:t>segmentation</a:t>
          </a:r>
          <a:r>
            <a:rPr lang="it-IT" sz="1600" dirty="0"/>
            <a:t> mask with </a:t>
          </a:r>
          <a:r>
            <a:rPr lang="it-IT" sz="1600" dirty="0" err="1"/>
            <a:t>integer</a:t>
          </a:r>
          <a:r>
            <a:rPr lang="it-IT" sz="1600" dirty="0"/>
            <a:t> </a:t>
          </a:r>
          <a:r>
            <a:rPr lang="it-IT" sz="1600" dirty="0" err="1"/>
            <a:t>values</a:t>
          </a:r>
          <a:r>
            <a:rPr lang="it-IT" sz="1600" dirty="0"/>
            <a:t> from 0 to 8.</a:t>
          </a:r>
          <a:endParaRPr lang="en-US" sz="1600" dirty="0"/>
        </a:p>
      </dgm:t>
    </dgm:pt>
    <dgm:pt modelId="{A40B26BD-C1B9-47DC-B263-2245AC837324}" type="parTrans" cxnId="{ECD0EA20-F603-428C-906F-64C6400B563B}">
      <dgm:prSet/>
      <dgm:spPr/>
      <dgm:t>
        <a:bodyPr/>
        <a:lstStyle/>
        <a:p>
          <a:endParaRPr lang="en-US"/>
        </a:p>
      </dgm:t>
    </dgm:pt>
    <dgm:pt modelId="{BB073017-ABDF-447B-8782-C1DEC39915AE}" type="sibTrans" cxnId="{ECD0EA20-F603-428C-906F-64C6400B563B}">
      <dgm:prSet/>
      <dgm:spPr/>
      <dgm:t>
        <a:bodyPr/>
        <a:lstStyle/>
        <a:p>
          <a:endParaRPr lang="en-US"/>
        </a:p>
      </dgm:t>
    </dgm:pt>
    <dgm:pt modelId="{26063F11-0F05-4875-96B2-81C12774B982}">
      <dgm:prSet custT="1"/>
      <dgm:spPr/>
      <dgm:t>
        <a:bodyPr/>
        <a:lstStyle/>
        <a:p>
          <a:r>
            <a:rPr lang="it-IT" sz="2000" b="1" dirty="0"/>
            <a:t>Non-Functional Requirements</a:t>
          </a:r>
          <a:endParaRPr lang="en-US" sz="2000" dirty="0"/>
        </a:p>
      </dgm:t>
    </dgm:pt>
    <dgm:pt modelId="{A0E478C8-A2CF-4978-AD80-B041B4F8597B}" type="parTrans" cxnId="{17396053-FB7D-49FE-A2E3-03443FBD6837}">
      <dgm:prSet/>
      <dgm:spPr/>
      <dgm:t>
        <a:bodyPr/>
        <a:lstStyle/>
        <a:p>
          <a:endParaRPr lang="en-US"/>
        </a:p>
      </dgm:t>
    </dgm:pt>
    <dgm:pt modelId="{855FA229-18FE-4B51-9DDB-5B6EE6EC6530}" type="sibTrans" cxnId="{17396053-FB7D-49FE-A2E3-03443FBD6837}">
      <dgm:prSet/>
      <dgm:spPr/>
      <dgm:t>
        <a:bodyPr/>
        <a:lstStyle/>
        <a:p>
          <a:endParaRPr lang="en-US"/>
        </a:p>
      </dgm:t>
    </dgm:pt>
    <dgm:pt modelId="{D6287A7D-9C14-4C0E-BF6E-BE0F66A540F2}">
      <dgm:prSet custT="1"/>
      <dgm:spPr/>
      <dgm:t>
        <a:bodyPr/>
        <a:lstStyle/>
        <a:p>
          <a:pPr algn="l"/>
          <a:r>
            <a:rPr lang="it-IT" sz="1600" dirty="0"/>
            <a:t>The system must operate </a:t>
          </a:r>
          <a:r>
            <a:rPr lang="it-IT" sz="1600" dirty="0" err="1"/>
            <a:t>entirely</a:t>
          </a:r>
          <a:r>
            <a:rPr lang="it-IT" sz="1600" dirty="0"/>
            <a:t> </a:t>
          </a:r>
          <a:r>
            <a:rPr lang="it-IT" sz="1600" dirty="0" err="1"/>
            <a:t>within</a:t>
          </a:r>
          <a:r>
            <a:rPr lang="it-IT" sz="1600" dirty="0"/>
            <a:t> the Google </a:t>
          </a:r>
          <a:r>
            <a:rPr lang="it-IT" sz="1600" dirty="0" err="1"/>
            <a:t>Colab</a:t>
          </a:r>
          <a:r>
            <a:rPr lang="it-IT" sz="1600" dirty="0"/>
            <a:t> </a:t>
          </a:r>
          <a:r>
            <a:rPr lang="it-IT" sz="1600" dirty="0" err="1"/>
            <a:t>environment</a:t>
          </a:r>
          <a:r>
            <a:rPr lang="it-IT" sz="1600" dirty="0"/>
            <a:t>.</a:t>
          </a:r>
          <a:endParaRPr lang="en-US" sz="1600" dirty="0"/>
        </a:p>
      </dgm:t>
    </dgm:pt>
    <dgm:pt modelId="{3E134891-EB33-4FC3-9E7C-57A8C9D23AA4}" type="parTrans" cxnId="{B589FA1D-FE2D-4F6D-ADA1-E38F45FEE863}">
      <dgm:prSet/>
      <dgm:spPr/>
      <dgm:t>
        <a:bodyPr/>
        <a:lstStyle/>
        <a:p>
          <a:endParaRPr lang="en-US"/>
        </a:p>
      </dgm:t>
    </dgm:pt>
    <dgm:pt modelId="{BBED74D0-87C4-440C-83CA-EEA1D2B8106F}" type="sibTrans" cxnId="{B589FA1D-FE2D-4F6D-ADA1-E38F45FEE863}">
      <dgm:prSet/>
      <dgm:spPr/>
      <dgm:t>
        <a:bodyPr/>
        <a:lstStyle/>
        <a:p>
          <a:endParaRPr lang="en-US"/>
        </a:p>
      </dgm:t>
    </dgm:pt>
    <dgm:pt modelId="{16CD4DC6-B107-451E-B783-F1D7CB360C20}">
      <dgm:prSet custT="1"/>
      <dgm:spPr/>
      <dgm:t>
        <a:bodyPr/>
        <a:lstStyle/>
        <a:p>
          <a:pPr>
            <a:spcBef>
              <a:spcPts val="600"/>
            </a:spcBef>
          </a:pPr>
          <a:r>
            <a:rPr lang="it-IT" sz="1600" dirty="0"/>
            <a:t>GPU </a:t>
          </a:r>
          <a:r>
            <a:rPr lang="it-IT" sz="1600" dirty="0" err="1"/>
            <a:t>memory</a:t>
          </a:r>
          <a:r>
            <a:rPr lang="it-IT" sz="1600" dirty="0"/>
            <a:t> </a:t>
          </a:r>
          <a:r>
            <a:rPr lang="it-IT" sz="1600" dirty="0" err="1"/>
            <a:t>usage</a:t>
          </a:r>
          <a:r>
            <a:rPr lang="it-IT" sz="1600" dirty="0"/>
            <a:t> must not </a:t>
          </a:r>
          <a:r>
            <a:rPr lang="it-IT" sz="1600" dirty="0" err="1"/>
            <a:t>exceed</a:t>
          </a:r>
          <a:r>
            <a:rPr lang="it-IT" sz="1600" dirty="0"/>
            <a:t>:</a:t>
          </a:r>
          <a:endParaRPr lang="en-US" sz="1600" dirty="0"/>
        </a:p>
      </dgm:t>
    </dgm:pt>
    <dgm:pt modelId="{233D643A-E0F7-4EA9-AB26-9A463DFA278B}" type="parTrans" cxnId="{D0864FF0-98ED-4305-9577-4C0F0D47EA4F}">
      <dgm:prSet/>
      <dgm:spPr/>
      <dgm:t>
        <a:bodyPr/>
        <a:lstStyle/>
        <a:p>
          <a:endParaRPr lang="en-US"/>
        </a:p>
      </dgm:t>
    </dgm:pt>
    <dgm:pt modelId="{FB3E4ABF-A0EF-42F7-822B-A1A32DD53738}" type="sibTrans" cxnId="{D0864FF0-98ED-4305-9577-4C0F0D47EA4F}">
      <dgm:prSet/>
      <dgm:spPr/>
      <dgm:t>
        <a:bodyPr/>
        <a:lstStyle/>
        <a:p>
          <a:endParaRPr lang="en-US"/>
        </a:p>
      </dgm:t>
    </dgm:pt>
    <dgm:pt modelId="{6666C3CB-A5F6-4507-93E1-DA617D800722}">
      <dgm:prSet custT="1"/>
      <dgm:spPr/>
      <dgm:t>
        <a:bodyPr/>
        <a:lstStyle/>
        <a:p>
          <a:pPr>
            <a:spcBef>
              <a:spcPct val="0"/>
            </a:spcBef>
          </a:pPr>
          <a:r>
            <a:rPr lang="it-IT" sz="1600" b="1" dirty="0"/>
            <a:t>5 GB</a:t>
          </a:r>
          <a:r>
            <a:rPr lang="it-IT" sz="1600" dirty="0"/>
            <a:t> </a:t>
          </a:r>
          <a:r>
            <a:rPr lang="it-IT" sz="1600" dirty="0" err="1"/>
            <a:t>during</a:t>
          </a:r>
          <a:r>
            <a:rPr lang="it-IT" sz="1600" dirty="0"/>
            <a:t> training</a:t>
          </a:r>
          <a:endParaRPr lang="en-US" sz="1600" dirty="0"/>
        </a:p>
      </dgm:t>
    </dgm:pt>
    <dgm:pt modelId="{BCAB1FDA-19B1-4246-88D8-102F876E4716}" type="parTrans" cxnId="{155FBE32-D492-4255-BFD3-9C8918639869}">
      <dgm:prSet/>
      <dgm:spPr/>
      <dgm:t>
        <a:bodyPr/>
        <a:lstStyle/>
        <a:p>
          <a:endParaRPr lang="en-US"/>
        </a:p>
      </dgm:t>
    </dgm:pt>
    <dgm:pt modelId="{842F81E4-9940-4B61-96DB-228E70639D7B}" type="sibTrans" cxnId="{155FBE32-D492-4255-BFD3-9C8918639869}">
      <dgm:prSet/>
      <dgm:spPr/>
      <dgm:t>
        <a:bodyPr/>
        <a:lstStyle/>
        <a:p>
          <a:endParaRPr lang="en-US"/>
        </a:p>
      </dgm:t>
    </dgm:pt>
    <dgm:pt modelId="{567FB6C6-3046-437E-A875-33EDDD8808B3}">
      <dgm:prSet custT="1"/>
      <dgm:spPr/>
      <dgm:t>
        <a:bodyPr/>
        <a:lstStyle/>
        <a:p>
          <a:pPr>
            <a:spcBef>
              <a:spcPct val="0"/>
            </a:spcBef>
          </a:pPr>
          <a:r>
            <a:rPr lang="it-IT" sz="1600" b="1" dirty="0"/>
            <a:t>4 GB</a:t>
          </a:r>
          <a:r>
            <a:rPr lang="it-IT" sz="1600" dirty="0"/>
            <a:t> </a:t>
          </a:r>
          <a:r>
            <a:rPr lang="it-IT" sz="1600" dirty="0" err="1"/>
            <a:t>during</a:t>
          </a:r>
          <a:r>
            <a:rPr lang="it-IT" sz="1600" dirty="0"/>
            <a:t> </a:t>
          </a:r>
          <a:r>
            <a:rPr lang="it-IT" sz="1600" dirty="0" err="1"/>
            <a:t>inference</a:t>
          </a:r>
          <a:endParaRPr lang="en-US" sz="1600" dirty="0"/>
        </a:p>
      </dgm:t>
    </dgm:pt>
    <dgm:pt modelId="{CB3A5E7D-A176-4671-A771-BDD7DC794D4B}" type="parTrans" cxnId="{1ED6963D-971A-48FE-B2D7-98B2D9645A32}">
      <dgm:prSet/>
      <dgm:spPr/>
      <dgm:t>
        <a:bodyPr/>
        <a:lstStyle/>
        <a:p>
          <a:endParaRPr lang="en-US"/>
        </a:p>
      </dgm:t>
    </dgm:pt>
    <dgm:pt modelId="{B9630EB2-5E90-4D27-92F6-0FD8B20223D7}" type="sibTrans" cxnId="{1ED6963D-971A-48FE-B2D7-98B2D9645A32}">
      <dgm:prSet/>
      <dgm:spPr/>
      <dgm:t>
        <a:bodyPr/>
        <a:lstStyle/>
        <a:p>
          <a:endParaRPr lang="en-US"/>
        </a:p>
      </dgm:t>
    </dgm:pt>
    <dgm:pt modelId="{895625A4-E2A8-4CD0-939F-4E31503B9AF2}">
      <dgm:prSet custT="1"/>
      <dgm:spPr/>
      <dgm:t>
        <a:bodyPr/>
        <a:lstStyle/>
        <a:p>
          <a:pPr algn="l"/>
          <a:r>
            <a:rPr lang="it-IT" sz="1600" dirty="0"/>
            <a:t>The model must </a:t>
          </a:r>
          <a:r>
            <a:rPr lang="it-IT" sz="1600" dirty="0" err="1"/>
            <a:t>ensure</a:t>
          </a:r>
          <a:r>
            <a:rPr lang="it-IT" sz="1600" dirty="0"/>
            <a:t> real-time or </a:t>
          </a:r>
          <a:r>
            <a:rPr lang="it-IT" sz="1600" dirty="0" err="1"/>
            <a:t>near</a:t>
          </a:r>
          <a:r>
            <a:rPr lang="it-IT" sz="1600" dirty="0"/>
            <a:t>-real-time </a:t>
          </a:r>
          <a:r>
            <a:rPr lang="it-IT" sz="1600" dirty="0" err="1"/>
            <a:t>inference</a:t>
          </a:r>
          <a:r>
            <a:rPr lang="it-IT" sz="1600" dirty="0"/>
            <a:t> speed.</a:t>
          </a:r>
          <a:endParaRPr lang="en-US" sz="1600" dirty="0"/>
        </a:p>
      </dgm:t>
    </dgm:pt>
    <dgm:pt modelId="{BD324DDA-EB0F-4F12-8763-B291A0002D21}" type="parTrans" cxnId="{7767D1EA-23DD-4674-9C2E-1AE33449AEAA}">
      <dgm:prSet/>
      <dgm:spPr/>
      <dgm:t>
        <a:bodyPr/>
        <a:lstStyle/>
        <a:p>
          <a:endParaRPr lang="en-US"/>
        </a:p>
      </dgm:t>
    </dgm:pt>
    <dgm:pt modelId="{B0592112-59DD-4164-A9A3-AC7B592927CD}" type="sibTrans" cxnId="{7767D1EA-23DD-4674-9C2E-1AE33449AEAA}">
      <dgm:prSet/>
      <dgm:spPr/>
      <dgm:t>
        <a:bodyPr/>
        <a:lstStyle/>
        <a:p>
          <a:endParaRPr lang="en-US"/>
        </a:p>
      </dgm:t>
    </dgm:pt>
    <dgm:pt modelId="{5E9CBE00-2F82-493B-8053-FD9BAE3D2C9A}">
      <dgm:prSet custT="1"/>
      <dgm:spPr/>
      <dgm:t>
        <a:bodyPr/>
        <a:lstStyle/>
        <a:p>
          <a:r>
            <a:rPr lang="it-IT" sz="2000" b="1" dirty="0" err="1"/>
            <a:t>Constraints</a:t>
          </a:r>
          <a:endParaRPr lang="en-US" sz="1700" dirty="0"/>
        </a:p>
      </dgm:t>
    </dgm:pt>
    <dgm:pt modelId="{D583D4EC-DB26-412F-8080-70DA6FAC82D7}" type="parTrans" cxnId="{99F1B940-5E2A-42E0-8DE0-8DA5A5A2891F}">
      <dgm:prSet/>
      <dgm:spPr/>
      <dgm:t>
        <a:bodyPr/>
        <a:lstStyle/>
        <a:p>
          <a:endParaRPr lang="en-US"/>
        </a:p>
      </dgm:t>
    </dgm:pt>
    <dgm:pt modelId="{59C2C679-2CBE-413A-864A-090D21DFE31C}" type="sibTrans" cxnId="{99F1B940-5E2A-42E0-8DE0-8DA5A5A2891F}">
      <dgm:prSet/>
      <dgm:spPr/>
      <dgm:t>
        <a:bodyPr/>
        <a:lstStyle/>
        <a:p>
          <a:endParaRPr lang="en-US"/>
        </a:p>
      </dgm:t>
    </dgm:pt>
    <dgm:pt modelId="{4D6A061D-2528-4852-B384-EAD1FED4366B}">
      <dgm:prSet custT="1"/>
      <dgm:spPr/>
      <dgm:t>
        <a:bodyPr/>
        <a:lstStyle/>
        <a:p>
          <a:r>
            <a:rPr lang="it-IT" sz="1600" dirty="0"/>
            <a:t>The dataset is </a:t>
          </a:r>
          <a:r>
            <a:rPr lang="it-IT" sz="1600" dirty="0" err="1"/>
            <a:t>fixed</a:t>
          </a:r>
          <a:r>
            <a:rPr lang="it-IT" sz="1600" dirty="0"/>
            <a:t>: no </a:t>
          </a:r>
          <a:r>
            <a:rPr lang="it-IT" sz="1600" dirty="0" err="1"/>
            <a:t>external</a:t>
          </a:r>
          <a:r>
            <a:rPr lang="it-IT" sz="1600" dirty="0"/>
            <a:t> images </a:t>
          </a:r>
          <a:r>
            <a:rPr lang="it-IT" sz="1600" dirty="0" err="1"/>
            <a:t>allowed</a:t>
          </a:r>
          <a:r>
            <a:rPr lang="it-IT" sz="1600" dirty="0"/>
            <a:t>.</a:t>
          </a:r>
          <a:endParaRPr lang="en-US" sz="1600" dirty="0"/>
        </a:p>
      </dgm:t>
    </dgm:pt>
    <dgm:pt modelId="{89FD0787-9305-405E-8F61-05168B4A8C6B}" type="parTrans" cxnId="{64B277E1-588B-4E49-9EB4-75DE2E58D728}">
      <dgm:prSet/>
      <dgm:spPr/>
      <dgm:t>
        <a:bodyPr/>
        <a:lstStyle/>
        <a:p>
          <a:endParaRPr lang="en-US"/>
        </a:p>
      </dgm:t>
    </dgm:pt>
    <dgm:pt modelId="{DCEC32B7-F3D5-4DBD-B747-8000126F562C}" type="sibTrans" cxnId="{64B277E1-588B-4E49-9EB4-75DE2E58D728}">
      <dgm:prSet/>
      <dgm:spPr/>
      <dgm:t>
        <a:bodyPr/>
        <a:lstStyle/>
        <a:p>
          <a:endParaRPr lang="en-US"/>
        </a:p>
      </dgm:t>
    </dgm:pt>
    <dgm:pt modelId="{6D54416C-584A-46B8-97FF-9161208E995E}">
      <dgm:prSet custT="1"/>
      <dgm:spPr/>
      <dgm:t>
        <a:bodyPr/>
        <a:lstStyle/>
        <a:p>
          <a:pPr algn="l"/>
          <a:r>
            <a:rPr lang="it-IT" sz="1600" dirty="0"/>
            <a:t>The </a:t>
          </a:r>
          <a:r>
            <a:rPr lang="it-IT" sz="1600" dirty="0" err="1"/>
            <a:t>entire</a:t>
          </a:r>
          <a:r>
            <a:rPr lang="it-IT" sz="1600" dirty="0"/>
            <a:t> pipeline must be </a:t>
          </a:r>
          <a:r>
            <a:rPr lang="it-IT" sz="1600" b="1" dirty="0" err="1"/>
            <a:t>transparent</a:t>
          </a:r>
          <a:r>
            <a:rPr lang="it-IT" sz="1600" b="1" dirty="0"/>
            <a:t>, </a:t>
          </a:r>
          <a:r>
            <a:rPr lang="it-IT" sz="1600" b="1" dirty="0" err="1"/>
            <a:t>explainable</a:t>
          </a:r>
          <a:r>
            <a:rPr lang="it-IT" sz="1600" b="1" dirty="0"/>
            <a:t>, and </a:t>
          </a:r>
          <a:r>
            <a:rPr lang="it-IT" sz="1600" b="1" dirty="0" err="1"/>
            <a:t>reproducible</a:t>
          </a:r>
          <a:r>
            <a:rPr lang="it-IT" sz="1600" dirty="0"/>
            <a:t>.</a:t>
          </a:r>
          <a:endParaRPr lang="en-US" sz="1600" dirty="0"/>
        </a:p>
      </dgm:t>
    </dgm:pt>
    <dgm:pt modelId="{3979F92C-CFA9-499A-97D7-717B949C7EA0}" type="parTrans" cxnId="{05151369-2190-40C8-AAD4-D9AB0D3FD767}">
      <dgm:prSet/>
      <dgm:spPr/>
      <dgm:t>
        <a:bodyPr/>
        <a:lstStyle/>
        <a:p>
          <a:endParaRPr lang="en-US"/>
        </a:p>
      </dgm:t>
    </dgm:pt>
    <dgm:pt modelId="{F30D3038-CEFB-43C3-A450-A7E1A60DDDE2}" type="sibTrans" cxnId="{05151369-2190-40C8-AAD4-D9AB0D3FD767}">
      <dgm:prSet/>
      <dgm:spPr/>
      <dgm:t>
        <a:bodyPr/>
        <a:lstStyle/>
        <a:p>
          <a:endParaRPr lang="en-US"/>
        </a:p>
      </dgm:t>
    </dgm:pt>
    <dgm:pt modelId="{310A4D46-535B-4410-89D0-E8AF449B83C4}">
      <dgm:prSet custT="1"/>
      <dgm:spPr/>
      <dgm:t>
        <a:bodyPr/>
        <a:lstStyle/>
        <a:p>
          <a:pPr algn="l"/>
          <a:r>
            <a:rPr lang="it-IT" sz="1600" dirty="0" err="1"/>
            <a:t>All</a:t>
          </a:r>
          <a:r>
            <a:rPr lang="it-IT" sz="1600" dirty="0"/>
            <a:t> code, training scripts, and model weights must be </a:t>
          </a:r>
          <a:r>
            <a:rPr lang="it-IT" sz="1600" dirty="0" err="1"/>
            <a:t>included</a:t>
          </a:r>
          <a:r>
            <a:rPr lang="it-IT" sz="1600" dirty="0"/>
            <a:t> in a </a:t>
          </a:r>
          <a:r>
            <a:rPr lang="it-IT" sz="1600" b="1" dirty="0"/>
            <a:t>single, self-</a:t>
          </a:r>
          <a:r>
            <a:rPr lang="it-IT" sz="1600" b="1" dirty="0" err="1"/>
            <a:t>contained</a:t>
          </a:r>
          <a:r>
            <a:rPr lang="it-IT" sz="1600" b="1" dirty="0"/>
            <a:t> </a:t>
          </a:r>
          <a:r>
            <a:rPr lang="it-IT" sz="1600" b="1" dirty="0" err="1"/>
            <a:t>Colab</a:t>
          </a:r>
          <a:r>
            <a:rPr lang="it-IT" sz="1600" b="1" dirty="0"/>
            <a:t> notebook</a:t>
          </a:r>
          <a:r>
            <a:rPr lang="it-IT" sz="1600" dirty="0"/>
            <a:t>.</a:t>
          </a:r>
          <a:endParaRPr lang="en-US" sz="1600" dirty="0"/>
        </a:p>
      </dgm:t>
    </dgm:pt>
    <dgm:pt modelId="{5A2DE82C-6670-4D70-AF47-412DB33797DC}" type="parTrans" cxnId="{0A38E1D1-90E5-47CB-ACAA-CEF83E9450CF}">
      <dgm:prSet/>
      <dgm:spPr/>
      <dgm:t>
        <a:bodyPr/>
        <a:lstStyle/>
        <a:p>
          <a:endParaRPr lang="en-US"/>
        </a:p>
      </dgm:t>
    </dgm:pt>
    <dgm:pt modelId="{3B06655F-B976-4FE4-9AA3-67DAD7151B48}" type="sibTrans" cxnId="{0A38E1D1-90E5-47CB-ACAA-CEF83E9450CF}">
      <dgm:prSet/>
      <dgm:spPr/>
      <dgm:t>
        <a:bodyPr/>
        <a:lstStyle/>
        <a:p>
          <a:endParaRPr lang="en-US"/>
        </a:p>
      </dgm:t>
    </dgm:pt>
    <dgm:pt modelId="{7BB4F81A-D635-2B42-BD07-61FAFCC14590}" type="pres">
      <dgm:prSet presAssocID="{A54047E6-3244-453A-8D7E-B1179EB4BB19}" presName="diagram" presStyleCnt="0">
        <dgm:presLayoutVars>
          <dgm:dir/>
          <dgm:resizeHandles val="exact"/>
        </dgm:presLayoutVars>
      </dgm:prSet>
      <dgm:spPr/>
    </dgm:pt>
    <dgm:pt modelId="{FF28BC16-A0FE-1C4B-9A14-8109E6F69569}" type="pres">
      <dgm:prSet presAssocID="{6FCEA24C-3509-41CC-8B8A-C586EF330B97}" presName="node" presStyleLbl="node1" presStyleIdx="0" presStyleCnt="12">
        <dgm:presLayoutVars>
          <dgm:bulletEnabled val="1"/>
        </dgm:presLayoutVars>
      </dgm:prSet>
      <dgm:spPr/>
    </dgm:pt>
    <dgm:pt modelId="{72BDC5C0-FD58-2E46-BF20-247D9FB7183E}" type="pres">
      <dgm:prSet presAssocID="{A6E9AF7E-A17C-4810-8F47-0F7B45B2C22B}" presName="sibTrans" presStyleCnt="0"/>
      <dgm:spPr/>
    </dgm:pt>
    <dgm:pt modelId="{6013EF79-C47D-C740-95E4-8CFCE87509C9}" type="pres">
      <dgm:prSet presAssocID="{3AC6F56E-6AC5-4A40-805E-CCB13EEB55C7}" presName="node" presStyleLbl="node1" presStyleIdx="1" presStyleCnt="12">
        <dgm:presLayoutVars>
          <dgm:bulletEnabled val="1"/>
        </dgm:presLayoutVars>
      </dgm:prSet>
      <dgm:spPr/>
    </dgm:pt>
    <dgm:pt modelId="{F7775692-C155-E34A-B2E1-58D3F963BDF8}" type="pres">
      <dgm:prSet presAssocID="{37A72D47-7E70-49F2-B63F-5093073B8EDC}" presName="sibTrans" presStyleCnt="0"/>
      <dgm:spPr/>
    </dgm:pt>
    <dgm:pt modelId="{6FD5140B-01D5-AA44-A172-914553D008C3}" type="pres">
      <dgm:prSet presAssocID="{BB51B975-413D-419D-9105-5E863A96044C}" presName="node" presStyleLbl="node1" presStyleIdx="2" presStyleCnt="12">
        <dgm:presLayoutVars>
          <dgm:bulletEnabled val="1"/>
        </dgm:presLayoutVars>
      </dgm:prSet>
      <dgm:spPr/>
    </dgm:pt>
    <dgm:pt modelId="{A4477B3A-CBA7-D740-8FE8-3948CC86AEB5}" type="pres">
      <dgm:prSet presAssocID="{B3F4809E-6CD0-49C1-888C-A6464A89166C}" presName="sibTrans" presStyleCnt="0"/>
      <dgm:spPr/>
    </dgm:pt>
    <dgm:pt modelId="{40780B7C-DB24-B14B-A3ED-595F8147C1DD}" type="pres">
      <dgm:prSet presAssocID="{16E73036-C24A-455A-B20A-C8921050AB1B}" presName="node" presStyleLbl="node1" presStyleIdx="3" presStyleCnt="12">
        <dgm:presLayoutVars>
          <dgm:bulletEnabled val="1"/>
        </dgm:presLayoutVars>
      </dgm:prSet>
      <dgm:spPr/>
    </dgm:pt>
    <dgm:pt modelId="{DE7E7CAB-F0B8-E641-8EBF-3B2C00B6BAB0}" type="pres">
      <dgm:prSet presAssocID="{BB073017-ABDF-447B-8782-C1DEC39915AE}" presName="sibTrans" presStyleCnt="0"/>
      <dgm:spPr/>
    </dgm:pt>
    <dgm:pt modelId="{8AE580EA-751F-5145-9871-8972702F9FA4}" type="pres">
      <dgm:prSet presAssocID="{26063F11-0F05-4875-96B2-81C12774B982}" presName="node" presStyleLbl="node1" presStyleIdx="4" presStyleCnt="12">
        <dgm:presLayoutVars>
          <dgm:bulletEnabled val="1"/>
        </dgm:presLayoutVars>
      </dgm:prSet>
      <dgm:spPr/>
    </dgm:pt>
    <dgm:pt modelId="{C145759E-6419-3640-835A-D2989A24F2EE}" type="pres">
      <dgm:prSet presAssocID="{855FA229-18FE-4B51-9DDB-5B6EE6EC6530}" presName="sibTrans" presStyleCnt="0"/>
      <dgm:spPr/>
    </dgm:pt>
    <dgm:pt modelId="{79ECEEE5-63E0-4C4B-9A45-BC44F8078E7E}" type="pres">
      <dgm:prSet presAssocID="{D6287A7D-9C14-4C0E-BF6E-BE0F66A540F2}" presName="node" presStyleLbl="node1" presStyleIdx="5" presStyleCnt="12">
        <dgm:presLayoutVars>
          <dgm:bulletEnabled val="1"/>
        </dgm:presLayoutVars>
      </dgm:prSet>
      <dgm:spPr/>
    </dgm:pt>
    <dgm:pt modelId="{6A350A31-F9C2-7B42-BE99-772ABB1B3C0B}" type="pres">
      <dgm:prSet presAssocID="{BBED74D0-87C4-440C-83CA-EEA1D2B8106F}" presName="sibTrans" presStyleCnt="0"/>
      <dgm:spPr/>
    </dgm:pt>
    <dgm:pt modelId="{71D18C35-0483-7147-9435-2EE117A8F5E2}" type="pres">
      <dgm:prSet presAssocID="{16CD4DC6-B107-451E-B783-F1D7CB360C20}" presName="node" presStyleLbl="node1" presStyleIdx="6" presStyleCnt="12">
        <dgm:presLayoutVars>
          <dgm:bulletEnabled val="1"/>
        </dgm:presLayoutVars>
      </dgm:prSet>
      <dgm:spPr/>
    </dgm:pt>
    <dgm:pt modelId="{D9F8B1FD-7D0E-DB4F-871E-15E07F9F2D4E}" type="pres">
      <dgm:prSet presAssocID="{FB3E4ABF-A0EF-42F7-822B-A1A32DD53738}" presName="sibTrans" presStyleCnt="0"/>
      <dgm:spPr/>
    </dgm:pt>
    <dgm:pt modelId="{CCA2D193-F569-6849-A9AE-439FF06F6E2A}" type="pres">
      <dgm:prSet presAssocID="{895625A4-E2A8-4CD0-939F-4E31503B9AF2}" presName="node" presStyleLbl="node1" presStyleIdx="7" presStyleCnt="12">
        <dgm:presLayoutVars>
          <dgm:bulletEnabled val="1"/>
        </dgm:presLayoutVars>
      </dgm:prSet>
      <dgm:spPr/>
    </dgm:pt>
    <dgm:pt modelId="{05D09BD6-3473-0C4D-931F-A47D8E3A5FF8}" type="pres">
      <dgm:prSet presAssocID="{B0592112-59DD-4164-A9A3-AC7B592927CD}" presName="sibTrans" presStyleCnt="0"/>
      <dgm:spPr/>
    </dgm:pt>
    <dgm:pt modelId="{796F6FB7-21E0-5443-8A75-37FFD2C4BB67}" type="pres">
      <dgm:prSet presAssocID="{5E9CBE00-2F82-493B-8053-FD9BAE3D2C9A}" presName="node" presStyleLbl="node1" presStyleIdx="8" presStyleCnt="12">
        <dgm:presLayoutVars>
          <dgm:bulletEnabled val="1"/>
        </dgm:presLayoutVars>
      </dgm:prSet>
      <dgm:spPr/>
    </dgm:pt>
    <dgm:pt modelId="{C64AE98A-2FF2-AD47-A52A-A8C9A8FCC1C8}" type="pres">
      <dgm:prSet presAssocID="{59C2C679-2CBE-413A-864A-090D21DFE31C}" presName="sibTrans" presStyleCnt="0"/>
      <dgm:spPr/>
    </dgm:pt>
    <dgm:pt modelId="{B60B062A-A8F6-1846-9722-C8496210FB93}" type="pres">
      <dgm:prSet presAssocID="{4D6A061D-2528-4852-B384-EAD1FED4366B}" presName="node" presStyleLbl="node1" presStyleIdx="9" presStyleCnt="12">
        <dgm:presLayoutVars>
          <dgm:bulletEnabled val="1"/>
        </dgm:presLayoutVars>
      </dgm:prSet>
      <dgm:spPr/>
    </dgm:pt>
    <dgm:pt modelId="{CE46EB05-4834-F545-BF0A-1828EA689BF2}" type="pres">
      <dgm:prSet presAssocID="{DCEC32B7-F3D5-4DBD-B747-8000126F562C}" presName="sibTrans" presStyleCnt="0"/>
      <dgm:spPr/>
    </dgm:pt>
    <dgm:pt modelId="{3876F663-33D9-814F-A5CA-14777AE3AFEB}" type="pres">
      <dgm:prSet presAssocID="{6D54416C-584A-46B8-97FF-9161208E995E}" presName="node" presStyleLbl="node1" presStyleIdx="10" presStyleCnt="12">
        <dgm:presLayoutVars>
          <dgm:bulletEnabled val="1"/>
        </dgm:presLayoutVars>
      </dgm:prSet>
      <dgm:spPr/>
    </dgm:pt>
    <dgm:pt modelId="{AFA70098-7908-9E43-9440-FEFD2E1368D4}" type="pres">
      <dgm:prSet presAssocID="{F30D3038-CEFB-43C3-A450-A7E1A60DDDE2}" presName="sibTrans" presStyleCnt="0"/>
      <dgm:spPr/>
    </dgm:pt>
    <dgm:pt modelId="{BFCB0BF7-68C0-1C4F-B70E-174AB375F57B}" type="pres">
      <dgm:prSet presAssocID="{310A4D46-535B-4410-89D0-E8AF449B83C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0BDDC105-8AFC-1741-994D-1D386629F0CB}" type="presOf" srcId="{895625A4-E2A8-4CD0-939F-4E31503B9AF2}" destId="{CCA2D193-F569-6849-A9AE-439FF06F6E2A}" srcOrd="0" destOrd="0" presId="urn:microsoft.com/office/officeart/2005/8/layout/default"/>
    <dgm:cxn modelId="{1C146110-4E03-374C-BD1A-80C8656E7BCE}" type="presOf" srcId="{3AC6F56E-6AC5-4A40-805E-CCB13EEB55C7}" destId="{6013EF79-C47D-C740-95E4-8CFCE87509C9}" srcOrd="0" destOrd="0" presId="urn:microsoft.com/office/officeart/2005/8/layout/default"/>
    <dgm:cxn modelId="{48BF3913-4859-CF4D-BE12-62BC6F715061}" type="presOf" srcId="{BB51B975-413D-419D-9105-5E863A96044C}" destId="{6FD5140B-01D5-AA44-A172-914553D008C3}" srcOrd="0" destOrd="0" presId="urn:microsoft.com/office/officeart/2005/8/layout/default"/>
    <dgm:cxn modelId="{B589FA1D-FE2D-4F6D-ADA1-E38F45FEE863}" srcId="{A54047E6-3244-453A-8D7E-B1179EB4BB19}" destId="{D6287A7D-9C14-4C0E-BF6E-BE0F66A540F2}" srcOrd="5" destOrd="0" parTransId="{3E134891-EB33-4FC3-9E7C-57A8C9D23AA4}" sibTransId="{BBED74D0-87C4-440C-83CA-EEA1D2B8106F}"/>
    <dgm:cxn modelId="{3100E31F-C504-BC4F-AFDD-38E0C4B4D72A}" type="presOf" srcId="{5E9CBE00-2F82-493B-8053-FD9BAE3D2C9A}" destId="{796F6FB7-21E0-5443-8A75-37FFD2C4BB67}" srcOrd="0" destOrd="0" presId="urn:microsoft.com/office/officeart/2005/8/layout/default"/>
    <dgm:cxn modelId="{ECD0EA20-F603-428C-906F-64C6400B563B}" srcId="{A54047E6-3244-453A-8D7E-B1179EB4BB19}" destId="{16E73036-C24A-455A-B20A-C8921050AB1B}" srcOrd="3" destOrd="0" parTransId="{A40B26BD-C1B9-47DC-B263-2245AC837324}" sibTransId="{BB073017-ABDF-447B-8782-C1DEC39915AE}"/>
    <dgm:cxn modelId="{79512928-DD11-4340-B2BB-7EB656DFF66A}" srcId="{A54047E6-3244-453A-8D7E-B1179EB4BB19}" destId="{6FCEA24C-3509-41CC-8B8A-C586EF330B97}" srcOrd="0" destOrd="0" parTransId="{BE83F4A6-310D-41D4-A58E-5184F11844F8}" sibTransId="{A6E9AF7E-A17C-4810-8F47-0F7B45B2C22B}"/>
    <dgm:cxn modelId="{D1E38430-F3EA-2147-A5C6-3CD1DE710BDE}" type="presOf" srcId="{A54047E6-3244-453A-8D7E-B1179EB4BB19}" destId="{7BB4F81A-D635-2B42-BD07-61FAFCC14590}" srcOrd="0" destOrd="0" presId="urn:microsoft.com/office/officeart/2005/8/layout/default"/>
    <dgm:cxn modelId="{155FBE32-D492-4255-BFD3-9C8918639869}" srcId="{16CD4DC6-B107-451E-B783-F1D7CB360C20}" destId="{6666C3CB-A5F6-4507-93E1-DA617D800722}" srcOrd="0" destOrd="0" parTransId="{BCAB1FDA-19B1-4246-88D8-102F876E4716}" sibTransId="{842F81E4-9940-4B61-96DB-228E70639D7B}"/>
    <dgm:cxn modelId="{05550333-AB68-9F49-9F02-DC7B30956A41}" type="presOf" srcId="{6666C3CB-A5F6-4507-93E1-DA617D800722}" destId="{71D18C35-0483-7147-9435-2EE117A8F5E2}" srcOrd="0" destOrd="1" presId="urn:microsoft.com/office/officeart/2005/8/layout/default"/>
    <dgm:cxn modelId="{1ED6963D-971A-48FE-B2D7-98B2D9645A32}" srcId="{16CD4DC6-B107-451E-B783-F1D7CB360C20}" destId="{567FB6C6-3046-437E-A875-33EDDD8808B3}" srcOrd="1" destOrd="0" parTransId="{CB3A5E7D-A176-4671-A771-BDD7DC794D4B}" sibTransId="{B9630EB2-5E90-4D27-92F6-0FD8B20223D7}"/>
    <dgm:cxn modelId="{99F1B940-5E2A-42E0-8DE0-8DA5A5A2891F}" srcId="{A54047E6-3244-453A-8D7E-B1179EB4BB19}" destId="{5E9CBE00-2F82-493B-8053-FD9BAE3D2C9A}" srcOrd="8" destOrd="0" parTransId="{D583D4EC-DB26-412F-8080-70DA6FAC82D7}" sibTransId="{59C2C679-2CBE-413A-864A-090D21DFE31C}"/>
    <dgm:cxn modelId="{3EFA4868-2A5B-8F47-85F6-D99D2765D849}" type="presOf" srcId="{310A4D46-535B-4410-89D0-E8AF449B83C4}" destId="{BFCB0BF7-68C0-1C4F-B70E-174AB375F57B}" srcOrd="0" destOrd="0" presId="urn:microsoft.com/office/officeart/2005/8/layout/default"/>
    <dgm:cxn modelId="{05151369-2190-40C8-AAD4-D9AB0D3FD767}" srcId="{A54047E6-3244-453A-8D7E-B1179EB4BB19}" destId="{6D54416C-584A-46B8-97FF-9161208E995E}" srcOrd="10" destOrd="0" parTransId="{3979F92C-CFA9-499A-97D7-717B949C7EA0}" sibTransId="{F30D3038-CEFB-43C3-A450-A7E1A60DDDE2}"/>
    <dgm:cxn modelId="{BBB42D4A-F6BF-994B-8BA6-C6DBFB81259D}" type="presOf" srcId="{6FCEA24C-3509-41CC-8B8A-C586EF330B97}" destId="{FF28BC16-A0FE-1C4B-9A14-8109E6F69569}" srcOrd="0" destOrd="0" presId="urn:microsoft.com/office/officeart/2005/8/layout/default"/>
    <dgm:cxn modelId="{A9E38B4D-1A92-1A47-8AA3-570AF7DB27CD}" type="presOf" srcId="{6D54416C-584A-46B8-97FF-9161208E995E}" destId="{3876F663-33D9-814F-A5CA-14777AE3AFEB}" srcOrd="0" destOrd="0" presId="urn:microsoft.com/office/officeart/2005/8/layout/default"/>
    <dgm:cxn modelId="{17396053-FB7D-49FE-A2E3-03443FBD6837}" srcId="{A54047E6-3244-453A-8D7E-B1179EB4BB19}" destId="{26063F11-0F05-4875-96B2-81C12774B982}" srcOrd="4" destOrd="0" parTransId="{A0E478C8-A2CF-4978-AD80-B041B4F8597B}" sibTransId="{855FA229-18FE-4B51-9DDB-5B6EE6EC6530}"/>
    <dgm:cxn modelId="{EDF0805A-DE79-CD44-99E5-8BA292F94F00}" type="presOf" srcId="{567FB6C6-3046-437E-A875-33EDDD8808B3}" destId="{71D18C35-0483-7147-9435-2EE117A8F5E2}" srcOrd="0" destOrd="2" presId="urn:microsoft.com/office/officeart/2005/8/layout/default"/>
    <dgm:cxn modelId="{6668277D-F767-8144-BB27-8748BC2A2FCC}" type="presOf" srcId="{16CD4DC6-B107-451E-B783-F1D7CB360C20}" destId="{71D18C35-0483-7147-9435-2EE117A8F5E2}" srcOrd="0" destOrd="0" presId="urn:microsoft.com/office/officeart/2005/8/layout/default"/>
    <dgm:cxn modelId="{89B29EA0-270C-5643-87C6-59199F33E3F0}" type="presOf" srcId="{26063F11-0F05-4875-96B2-81C12774B982}" destId="{8AE580EA-751F-5145-9871-8972702F9FA4}" srcOrd="0" destOrd="0" presId="urn:microsoft.com/office/officeart/2005/8/layout/default"/>
    <dgm:cxn modelId="{82B29EA8-3479-1E47-B83D-C12822CA3149}" type="presOf" srcId="{D6287A7D-9C14-4C0E-BF6E-BE0F66A540F2}" destId="{79ECEEE5-63E0-4C4B-9A45-BC44F8078E7E}" srcOrd="0" destOrd="0" presId="urn:microsoft.com/office/officeart/2005/8/layout/default"/>
    <dgm:cxn modelId="{D3F210B6-6460-654C-A191-975CDCE1F766}" type="presOf" srcId="{16E73036-C24A-455A-B20A-C8921050AB1B}" destId="{40780B7C-DB24-B14B-A3ED-595F8147C1DD}" srcOrd="0" destOrd="0" presId="urn:microsoft.com/office/officeart/2005/8/layout/default"/>
    <dgm:cxn modelId="{01B794CF-D0A1-480F-B108-F7A16845C3BA}" srcId="{A54047E6-3244-453A-8D7E-B1179EB4BB19}" destId="{BB51B975-413D-419D-9105-5E863A96044C}" srcOrd="2" destOrd="0" parTransId="{9ADB348F-85A2-4115-97DC-7CDB73D6D5F1}" sibTransId="{B3F4809E-6CD0-49C1-888C-A6464A89166C}"/>
    <dgm:cxn modelId="{0A38E1D1-90E5-47CB-ACAA-CEF83E9450CF}" srcId="{A54047E6-3244-453A-8D7E-B1179EB4BB19}" destId="{310A4D46-535B-4410-89D0-E8AF449B83C4}" srcOrd="11" destOrd="0" parTransId="{5A2DE82C-6670-4D70-AF47-412DB33797DC}" sibTransId="{3B06655F-B976-4FE4-9AA3-67DAD7151B48}"/>
    <dgm:cxn modelId="{64B277E1-588B-4E49-9EB4-75DE2E58D728}" srcId="{A54047E6-3244-453A-8D7E-B1179EB4BB19}" destId="{4D6A061D-2528-4852-B384-EAD1FED4366B}" srcOrd="9" destOrd="0" parTransId="{89FD0787-9305-405E-8F61-05168B4A8C6B}" sibTransId="{DCEC32B7-F3D5-4DBD-B747-8000126F562C}"/>
    <dgm:cxn modelId="{D33A87E1-96E2-4CEA-9A46-5EAC1D4A39C7}" srcId="{A54047E6-3244-453A-8D7E-B1179EB4BB19}" destId="{3AC6F56E-6AC5-4A40-805E-CCB13EEB55C7}" srcOrd="1" destOrd="0" parTransId="{82D04DE1-B549-4DC4-90FB-2185AF7349E1}" sibTransId="{37A72D47-7E70-49F2-B63F-5093073B8EDC}"/>
    <dgm:cxn modelId="{7767D1EA-23DD-4674-9C2E-1AE33449AEAA}" srcId="{A54047E6-3244-453A-8D7E-B1179EB4BB19}" destId="{895625A4-E2A8-4CD0-939F-4E31503B9AF2}" srcOrd="7" destOrd="0" parTransId="{BD324DDA-EB0F-4F12-8763-B291A0002D21}" sibTransId="{B0592112-59DD-4164-A9A3-AC7B592927CD}"/>
    <dgm:cxn modelId="{274A37EB-D271-4F46-A518-E16F22D68BE6}" type="presOf" srcId="{4D6A061D-2528-4852-B384-EAD1FED4366B}" destId="{B60B062A-A8F6-1846-9722-C8496210FB93}" srcOrd="0" destOrd="0" presId="urn:microsoft.com/office/officeart/2005/8/layout/default"/>
    <dgm:cxn modelId="{D0864FF0-98ED-4305-9577-4C0F0D47EA4F}" srcId="{A54047E6-3244-453A-8D7E-B1179EB4BB19}" destId="{16CD4DC6-B107-451E-B783-F1D7CB360C20}" srcOrd="6" destOrd="0" parTransId="{233D643A-E0F7-4EA9-AB26-9A463DFA278B}" sibTransId="{FB3E4ABF-A0EF-42F7-822B-A1A32DD53738}"/>
    <dgm:cxn modelId="{93C09202-DA39-1743-A64C-E750CF120888}" type="presParOf" srcId="{7BB4F81A-D635-2B42-BD07-61FAFCC14590}" destId="{FF28BC16-A0FE-1C4B-9A14-8109E6F69569}" srcOrd="0" destOrd="0" presId="urn:microsoft.com/office/officeart/2005/8/layout/default"/>
    <dgm:cxn modelId="{9328FCEE-A1A4-854D-9A27-35F9AFF17344}" type="presParOf" srcId="{7BB4F81A-D635-2B42-BD07-61FAFCC14590}" destId="{72BDC5C0-FD58-2E46-BF20-247D9FB7183E}" srcOrd="1" destOrd="0" presId="urn:microsoft.com/office/officeart/2005/8/layout/default"/>
    <dgm:cxn modelId="{C827E2DE-2EDD-0541-A614-E3A3144B02F0}" type="presParOf" srcId="{7BB4F81A-D635-2B42-BD07-61FAFCC14590}" destId="{6013EF79-C47D-C740-95E4-8CFCE87509C9}" srcOrd="2" destOrd="0" presId="urn:microsoft.com/office/officeart/2005/8/layout/default"/>
    <dgm:cxn modelId="{BC530495-B381-3446-A8DC-2915B83C2D55}" type="presParOf" srcId="{7BB4F81A-D635-2B42-BD07-61FAFCC14590}" destId="{F7775692-C155-E34A-B2E1-58D3F963BDF8}" srcOrd="3" destOrd="0" presId="urn:microsoft.com/office/officeart/2005/8/layout/default"/>
    <dgm:cxn modelId="{2140CEDD-FD37-9649-8DCF-A26B82298D6A}" type="presParOf" srcId="{7BB4F81A-D635-2B42-BD07-61FAFCC14590}" destId="{6FD5140B-01D5-AA44-A172-914553D008C3}" srcOrd="4" destOrd="0" presId="urn:microsoft.com/office/officeart/2005/8/layout/default"/>
    <dgm:cxn modelId="{DCAF50FF-4E1A-6B41-9FE7-CFFB3EEC40CB}" type="presParOf" srcId="{7BB4F81A-D635-2B42-BD07-61FAFCC14590}" destId="{A4477B3A-CBA7-D740-8FE8-3948CC86AEB5}" srcOrd="5" destOrd="0" presId="urn:microsoft.com/office/officeart/2005/8/layout/default"/>
    <dgm:cxn modelId="{A6A19C91-19FD-3D4B-AEC9-85601BE9BE28}" type="presParOf" srcId="{7BB4F81A-D635-2B42-BD07-61FAFCC14590}" destId="{40780B7C-DB24-B14B-A3ED-595F8147C1DD}" srcOrd="6" destOrd="0" presId="urn:microsoft.com/office/officeart/2005/8/layout/default"/>
    <dgm:cxn modelId="{31B2E016-D141-F242-A668-1463FCB23A7F}" type="presParOf" srcId="{7BB4F81A-D635-2B42-BD07-61FAFCC14590}" destId="{DE7E7CAB-F0B8-E641-8EBF-3B2C00B6BAB0}" srcOrd="7" destOrd="0" presId="urn:microsoft.com/office/officeart/2005/8/layout/default"/>
    <dgm:cxn modelId="{85CE6844-5BF1-EF44-9123-7FB9B69F3D03}" type="presParOf" srcId="{7BB4F81A-D635-2B42-BD07-61FAFCC14590}" destId="{8AE580EA-751F-5145-9871-8972702F9FA4}" srcOrd="8" destOrd="0" presId="urn:microsoft.com/office/officeart/2005/8/layout/default"/>
    <dgm:cxn modelId="{601993EA-898E-E34E-B2CD-8995FA4A3EA6}" type="presParOf" srcId="{7BB4F81A-D635-2B42-BD07-61FAFCC14590}" destId="{C145759E-6419-3640-835A-D2989A24F2EE}" srcOrd="9" destOrd="0" presId="urn:microsoft.com/office/officeart/2005/8/layout/default"/>
    <dgm:cxn modelId="{9807E45C-8396-AC41-9A52-B57D3655A7CB}" type="presParOf" srcId="{7BB4F81A-D635-2B42-BD07-61FAFCC14590}" destId="{79ECEEE5-63E0-4C4B-9A45-BC44F8078E7E}" srcOrd="10" destOrd="0" presId="urn:microsoft.com/office/officeart/2005/8/layout/default"/>
    <dgm:cxn modelId="{7C142C34-4F97-EA43-B16B-299710332A98}" type="presParOf" srcId="{7BB4F81A-D635-2B42-BD07-61FAFCC14590}" destId="{6A350A31-F9C2-7B42-BE99-772ABB1B3C0B}" srcOrd="11" destOrd="0" presId="urn:microsoft.com/office/officeart/2005/8/layout/default"/>
    <dgm:cxn modelId="{77505E54-066B-0B45-9054-D910A3F05489}" type="presParOf" srcId="{7BB4F81A-D635-2B42-BD07-61FAFCC14590}" destId="{71D18C35-0483-7147-9435-2EE117A8F5E2}" srcOrd="12" destOrd="0" presId="urn:microsoft.com/office/officeart/2005/8/layout/default"/>
    <dgm:cxn modelId="{8D76D27C-1CBA-1643-AE8C-92236C9281B3}" type="presParOf" srcId="{7BB4F81A-D635-2B42-BD07-61FAFCC14590}" destId="{D9F8B1FD-7D0E-DB4F-871E-15E07F9F2D4E}" srcOrd="13" destOrd="0" presId="urn:microsoft.com/office/officeart/2005/8/layout/default"/>
    <dgm:cxn modelId="{87FA4D73-8D25-8E4B-8071-9D42388AFC1A}" type="presParOf" srcId="{7BB4F81A-D635-2B42-BD07-61FAFCC14590}" destId="{CCA2D193-F569-6849-A9AE-439FF06F6E2A}" srcOrd="14" destOrd="0" presId="urn:microsoft.com/office/officeart/2005/8/layout/default"/>
    <dgm:cxn modelId="{53BA5F3A-D94F-B240-BF31-D305DFC0A515}" type="presParOf" srcId="{7BB4F81A-D635-2B42-BD07-61FAFCC14590}" destId="{05D09BD6-3473-0C4D-931F-A47D8E3A5FF8}" srcOrd="15" destOrd="0" presId="urn:microsoft.com/office/officeart/2005/8/layout/default"/>
    <dgm:cxn modelId="{BEDD883D-5494-434F-A1DA-1331CAFC179A}" type="presParOf" srcId="{7BB4F81A-D635-2B42-BD07-61FAFCC14590}" destId="{796F6FB7-21E0-5443-8A75-37FFD2C4BB67}" srcOrd="16" destOrd="0" presId="urn:microsoft.com/office/officeart/2005/8/layout/default"/>
    <dgm:cxn modelId="{B317BA67-DDF2-A644-A9FE-F8B382F1F3A5}" type="presParOf" srcId="{7BB4F81A-D635-2B42-BD07-61FAFCC14590}" destId="{C64AE98A-2FF2-AD47-A52A-A8C9A8FCC1C8}" srcOrd="17" destOrd="0" presId="urn:microsoft.com/office/officeart/2005/8/layout/default"/>
    <dgm:cxn modelId="{1D5A3340-71B3-9146-813A-58CA8165C5BA}" type="presParOf" srcId="{7BB4F81A-D635-2B42-BD07-61FAFCC14590}" destId="{B60B062A-A8F6-1846-9722-C8496210FB93}" srcOrd="18" destOrd="0" presId="urn:microsoft.com/office/officeart/2005/8/layout/default"/>
    <dgm:cxn modelId="{2D6AE7BB-0D06-7247-963A-88C8CFBF6511}" type="presParOf" srcId="{7BB4F81A-D635-2B42-BD07-61FAFCC14590}" destId="{CE46EB05-4834-F545-BF0A-1828EA689BF2}" srcOrd="19" destOrd="0" presId="urn:microsoft.com/office/officeart/2005/8/layout/default"/>
    <dgm:cxn modelId="{B532976D-A45A-ED4E-B8C7-E9007A9C1024}" type="presParOf" srcId="{7BB4F81A-D635-2B42-BD07-61FAFCC14590}" destId="{3876F663-33D9-814F-A5CA-14777AE3AFEB}" srcOrd="20" destOrd="0" presId="urn:microsoft.com/office/officeart/2005/8/layout/default"/>
    <dgm:cxn modelId="{EB59E3A1-A7EA-4B4B-AEEB-9AC59839B1E4}" type="presParOf" srcId="{7BB4F81A-D635-2B42-BD07-61FAFCC14590}" destId="{AFA70098-7908-9E43-9440-FEFD2E1368D4}" srcOrd="21" destOrd="0" presId="urn:microsoft.com/office/officeart/2005/8/layout/default"/>
    <dgm:cxn modelId="{212846A3-B862-5043-B1F8-BF3083B25931}" type="presParOf" srcId="{7BB4F81A-D635-2B42-BD07-61FAFCC14590}" destId="{BFCB0BF7-68C0-1C4F-B70E-174AB375F57B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FE9F94-BC02-4367-8CDF-11E9C6B09F84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2CD4A65-B7A0-4AF3-86D6-938F35E4C63F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r>
            <a:rPr lang="it-IT" b="1">
              <a:latin typeface="Times New Roman" panose="02020603050405020304" pitchFamily="18" charset="0"/>
              <a:cs typeface="Times New Roman" panose="02020603050405020304" pitchFamily="18" charset="0"/>
            </a:rPr>
            <a:t>All images resized to 512×512 for model compatibility.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990FB6-BCEB-4DFD-8866-75B19ECA4C48}" type="parTrans" cxnId="{697CDF19-9835-40D5-8109-8366488DFB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546DCD-5578-40D6-91B2-3B22961942F9}" type="sibTrans" cxnId="{697CDF19-9835-40D5-8109-8366488DFB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9B1A15-FD25-4A6E-A4A2-642D82A3B1E9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r>
            <a:rPr lang="it-IT" b="1">
              <a:latin typeface="Times New Roman" panose="02020603050405020304" pitchFamily="18" charset="0"/>
              <a:cs typeface="Times New Roman" panose="02020603050405020304" pitchFamily="18" charset="0"/>
            </a:rPr>
            <a:t>Normalization using ImageNet statistics.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FBF756-C577-44C2-A879-AEBB66463CBA}" type="parTrans" cxnId="{B4C081D9-CC87-471E-B13C-C5B8100A43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664899-638F-4EFE-8A36-7FF3599E6518}" type="sibTrans" cxnId="{B4C081D9-CC87-471E-B13C-C5B8100A43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C63672-4A9C-4029-815B-AF74801CA9FC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augmentation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 with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Albumentations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74910C-8116-4CD8-A4B6-D9D68813F8F2}" type="parTrans" cxnId="{2D58AA2E-B327-4945-858C-E87523685EA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196FC5-6CB3-45B4-AE96-9E6EC43B6FE6}" type="sibTrans" cxnId="{2D58AA2E-B327-4945-858C-E87523685EA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78054F-8C05-4C8A-B3B1-6648997BE438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pPr algn="ctr"/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Random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crop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, flip, rotate, affine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transforms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2F5B22-87CC-4A1E-B038-1B17A5AD1929}" type="parTrans" cxnId="{9F4C0EE8-63BF-40E9-B8D5-8FAB4B79E500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>
          <a:solidFill>
            <a:schemeClr val="tx2">
              <a:lumMod val="25000"/>
              <a:lumOff val="75000"/>
            </a:schemeClr>
          </a:solidFill>
        </a:ln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BEFFA0-F24A-48DB-B45E-E7C45D3E6D71}" type="sibTrans" cxnId="{9F4C0EE8-63BF-40E9-B8D5-8FAB4B79E50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BEC270-714B-495B-9D1A-CF2CDE6D2C78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pPr algn="ctr"/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Brightness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contrast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adjustment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blur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perspective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B822C1-E635-4697-B40A-E188FCFA0F1A}" type="parTrans" cxnId="{21BF3A9C-8E3F-44B5-AF2B-365271F0192A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>
          <a:solidFill>
            <a:schemeClr val="tx2">
              <a:lumMod val="25000"/>
              <a:lumOff val="75000"/>
            </a:schemeClr>
          </a:solidFill>
        </a:ln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16F4ED-3396-4DCB-A5D1-ECEF569F8495}" type="sibTrans" cxnId="{21BF3A9C-8E3F-44B5-AF2B-365271F0192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641BEB-0C8F-40BC-B000-F33FEEB0D205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r>
            <a:rPr lang="it-IT" b="1">
              <a:latin typeface="Times New Roman" panose="02020603050405020304" pitchFamily="18" charset="0"/>
              <a:cs typeface="Times New Roman" panose="02020603050405020304" pitchFamily="18" charset="0"/>
            </a:rPr>
            <a:t>Augmentations applied only during training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E625B5-D036-4201-8872-4F978B1C6D70}" type="parTrans" cxnId="{07DF898B-5FCE-4266-A6C2-546F2089A1B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71C11F-196E-4C67-B787-D33A11C9E2B9}" type="sibTrans" cxnId="{07DF898B-5FCE-4266-A6C2-546F2089A1B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D46B48-867B-4A0E-BB11-DA4A20A9B154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r>
            <a:rPr lang="it-IT" b="1">
              <a:latin typeface="Times New Roman" panose="02020603050405020304" pitchFamily="18" charset="0"/>
              <a:cs typeface="Times New Roman" panose="02020603050405020304" pitchFamily="18" charset="0"/>
            </a:rPr>
            <a:t>Masks transformed synchronously to preserve alignment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A0661F-FE2E-4C54-BBE3-DCC5E97BD5DC}" type="parTrans" cxnId="{1CD4C3E3-6099-496E-B3BB-9FD79391FBD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9442C5-917F-41D3-B053-CEF68F754C0C}" type="sibTrans" cxnId="{1CD4C3E3-6099-496E-B3BB-9FD79391FBD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71E863-5C2E-CA4D-B0B4-0D9D4C6261D5}" type="pres">
      <dgm:prSet presAssocID="{67FE9F94-BC02-4367-8CDF-11E9C6B09F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25D0244-047E-604C-B4BF-D6F20E991725}" type="pres">
      <dgm:prSet presAssocID="{12CD4A65-B7A0-4AF3-86D6-938F35E4C63F}" presName="hierRoot1" presStyleCnt="0">
        <dgm:presLayoutVars>
          <dgm:hierBranch val="init"/>
        </dgm:presLayoutVars>
      </dgm:prSet>
      <dgm:spPr/>
    </dgm:pt>
    <dgm:pt modelId="{176A747A-FAE8-344E-B2E2-F41B48B985FB}" type="pres">
      <dgm:prSet presAssocID="{12CD4A65-B7A0-4AF3-86D6-938F35E4C63F}" presName="rootComposite1" presStyleCnt="0"/>
      <dgm:spPr/>
    </dgm:pt>
    <dgm:pt modelId="{817D4E4E-28DD-6B45-9464-4982B7E78947}" type="pres">
      <dgm:prSet presAssocID="{12CD4A65-B7A0-4AF3-86D6-938F35E4C63F}" presName="rootText1" presStyleLbl="node0" presStyleIdx="0" presStyleCnt="5">
        <dgm:presLayoutVars>
          <dgm:chPref val="3"/>
        </dgm:presLayoutVars>
      </dgm:prSet>
      <dgm:spPr/>
    </dgm:pt>
    <dgm:pt modelId="{35EA10F2-9188-2043-963E-E4DB2C96CB7C}" type="pres">
      <dgm:prSet presAssocID="{12CD4A65-B7A0-4AF3-86D6-938F35E4C63F}" presName="rootConnector1" presStyleLbl="node1" presStyleIdx="0" presStyleCnt="0"/>
      <dgm:spPr/>
    </dgm:pt>
    <dgm:pt modelId="{0919F08B-C90E-E74E-B05E-A59A4396AEF6}" type="pres">
      <dgm:prSet presAssocID="{12CD4A65-B7A0-4AF3-86D6-938F35E4C63F}" presName="hierChild2" presStyleCnt="0"/>
      <dgm:spPr/>
    </dgm:pt>
    <dgm:pt modelId="{91C58AE0-230A-584A-9D14-79F09298F07C}" type="pres">
      <dgm:prSet presAssocID="{12CD4A65-B7A0-4AF3-86D6-938F35E4C63F}" presName="hierChild3" presStyleCnt="0"/>
      <dgm:spPr/>
    </dgm:pt>
    <dgm:pt modelId="{049C2483-F56E-064F-95CF-F96EC0EFA5D4}" type="pres">
      <dgm:prSet presAssocID="{389B1A15-FD25-4A6E-A4A2-642D82A3B1E9}" presName="hierRoot1" presStyleCnt="0">
        <dgm:presLayoutVars>
          <dgm:hierBranch val="init"/>
        </dgm:presLayoutVars>
      </dgm:prSet>
      <dgm:spPr/>
    </dgm:pt>
    <dgm:pt modelId="{4FC22BA8-360F-CA4B-BB96-3824803C10B5}" type="pres">
      <dgm:prSet presAssocID="{389B1A15-FD25-4A6E-A4A2-642D82A3B1E9}" presName="rootComposite1" presStyleCnt="0"/>
      <dgm:spPr/>
    </dgm:pt>
    <dgm:pt modelId="{61A28781-E781-ED40-AEAE-E4700776D710}" type="pres">
      <dgm:prSet presAssocID="{389B1A15-FD25-4A6E-A4A2-642D82A3B1E9}" presName="rootText1" presStyleLbl="node0" presStyleIdx="1" presStyleCnt="5">
        <dgm:presLayoutVars>
          <dgm:chPref val="3"/>
        </dgm:presLayoutVars>
      </dgm:prSet>
      <dgm:spPr/>
    </dgm:pt>
    <dgm:pt modelId="{C7F3BCFE-5283-DE4B-ACF5-449FE6BDF8CD}" type="pres">
      <dgm:prSet presAssocID="{389B1A15-FD25-4A6E-A4A2-642D82A3B1E9}" presName="rootConnector1" presStyleLbl="node1" presStyleIdx="0" presStyleCnt="0"/>
      <dgm:spPr/>
    </dgm:pt>
    <dgm:pt modelId="{6CB6FCDF-5B85-B047-A651-0F53076039D7}" type="pres">
      <dgm:prSet presAssocID="{389B1A15-FD25-4A6E-A4A2-642D82A3B1E9}" presName="hierChild2" presStyleCnt="0"/>
      <dgm:spPr/>
    </dgm:pt>
    <dgm:pt modelId="{9E3BBD8F-0DD7-5042-942E-91FBCB318231}" type="pres">
      <dgm:prSet presAssocID="{389B1A15-FD25-4A6E-A4A2-642D82A3B1E9}" presName="hierChild3" presStyleCnt="0"/>
      <dgm:spPr/>
    </dgm:pt>
    <dgm:pt modelId="{258A8C98-3A68-1940-9E72-3E78D226DF51}" type="pres">
      <dgm:prSet presAssocID="{46C63672-4A9C-4029-815B-AF74801CA9FC}" presName="hierRoot1" presStyleCnt="0">
        <dgm:presLayoutVars>
          <dgm:hierBranch val="init"/>
        </dgm:presLayoutVars>
      </dgm:prSet>
      <dgm:spPr/>
    </dgm:pt>
    <dgm:pt modelId="{080D49C9-E602-B047-AC14-FD7CFA9CD059}" type="pres">
      <dgm:prSet presAssocID="{46C63672-4A9C-4029-815B-AF74801CA9FC}" presName="rootComposite1" presStyleCnt="0"/>
      <dgm:spPr/>
    </dgm:pt>
    <dgm:pt modelId="{02AD0F07-23C4-CF48-B86B-40A953C50E86}" type="pres">
      <dgm:prSet presAssocID="{46C63672-4A9C-4029-815B-AF74801CA9FC}" presName="rootText1" presStyleLbl="node0" presStyleIdx="2" presStyleCnt="5">
        <dgm:presLayoutVars>
          <dgm:chPref val="3"/>
        </dgm:presLayoutVars>
      </dgm:prSet>
      <dgm:spPr/>
    </dgm:pt>
    <dgm:pt modelId="{639D6E4B-2DEA-CD40-AE76-052165C25DF7}" type="pres">
      <dgm:prSet presAssocID="{46C63672-4A9C-4029-815B-AF74801CA9FC}" presName="rootConnector1" presStyleLbl="node1" presStyleIdx="0" presStyleCnt="0"/>
      <dgm:spPr/>
    </dgm:pt>
    <dgm:pt modelId="{3E90E8F2-07EA-C94E-A5B0-20E3ADEB6781}" type="pres">
      <dgm:prSet presAssocID="{46C63672-4A9C-4029-815B-AF74801CA9FC}" presName="hierChild2" presStyleCnt="0"/>
      <dgm:spPr/>
    </dgm:pt>
    <dgm:pt modelId="{EBE12EF8-15D5-3D4D-8EFE-452306CD6E29}" type="pres">
      <dgm:prSet presAssocID="{EF2F5B22-87CC-4A1E-B038-1B17A5AD1929}" presName="Name64" presStyleLbl="parChTrans1D2" presStyleIdx="0" presStyleCnt="2"/>
      <dgm:spPr/>
    </dgm:pt>
    <dgm:pt modelId="{565AFB91-DA29-7B4D-90E0-36254EBE0A94}" type="pres">
      <dgm:prSet presAssocID="{7278054F-8C05-4C8A-B3B1-6648997BE438}" presName="hierRoot2" presStyleCnt="0">
        <dgm:presLayoutVars>
          <dgm:hierBranch val="init"/>
        </dgm:presLayoutVars>
      </dgm:prSet>
      <dgm:spPr/>
    </dgm:pt>
    <dgm:pt modelId="{1ACB28F6-7446-4945-AA69-F74B200D930A}" type="pres">
      <dgm:prSet presAssocID="{7278054F-8C05-4C8A-B3B1-6648997BE438}" presName="rootComposite" presStyleCnt="0"/>
      <dgm:spPr/>
    </dgm:pt>
    <dgm:pt modelId="{67F1A45F-D219-D347-978B-180E6D926D99}" type="pres">
      <dgm:prSet presAssocID="{7278054F-8C05-4C8A-B3B1-6648997BE438}" presName="rootText" presStyleLbl="node2" presStyleIdx="0" presStyleCnt="2" custScaleY="122466">
        <dgm:presLayoutVars>
          <dgm:chPref val="3"/>
        </dgm:presLayoutVars>
      </dgm:prSet>
      <dgm:spPr/>
    </dgm:pt>
    <dgm:pt modelId="{AADEE21E-1CD5-8145-973F-08F124B1F9BA}" type="pres">
      <dgm:prSet presAssocID="{7278054F-8C05-4C8A-B3B1-6648997BE438}" presName="rootConnector" presStyleLbl="node2" presStyleIdx="0" presStyleCnt="2"/>
      <dgm:spPr/>
    </dgm:pt>
    <dgm:pt modelId="{3F0878AD-238F-DB49-86EA-B5ADD673EB77}" type="pres">
      <dgm:prSet presAssocID="{7278054F-8C05-4C8A-B3B1-6648997BE438}" presName="hierChild4" presStyleCnt="0"/>
      <dgm:spPr/>
    </dgm:pt>
    <dgm:pt modelId="{59C5813C-4DC2-9243-8A08-46568FFE34FC}" type="pres">
      <dgm:prSet presAssocID="{7278054F-8C05-4C8A-B3B1-6648997BE438}" presName="hierChild5" presStyleCnt="0"/>
      <dgm:spPr/>
    </dgm:pt>
    <dgm:pt modelId="{E52CDA22-354D-F14C-BA84-50F3C5B8BEB0}" type="pres">
      <dgm:prSet presAssocID="{CEB822C1-E635-4697-B40A-E188FCFA0F1A}" presName="Name64" presStyleLbl="parChTrans1D2" presStyleIdx="1" presStyleCnt="2"/>
      <dgm:spPr/>
    </dgm:pt>
    <dgm:pt modelId="{86E79C60-ADDC-8042-91C3-25E8F5A36F4F}" type="pres">
      <dgm:prSet presAssocID="{8FBEC270-714B-495B-9D1A-CF2CDE6D2C78}" presName="hierRoot2" presStyleCnt="0">
        <dgm:presLayoutVars>
          <dgm:hierBranch val="init"/>
        </dgm:presLayoutVars>
      </dgm:prSet>
      <dgm:spPr/>
    </dgm:pt>
    <dgm:pt modelId="{820B963A-5E8C-5840-9894-0FFE8A6F9848}" type="pres">
      <dgm:prSet presAssocID="{8FBEC270-714B-495B-9D1A-CF2CDE6D2C78}" presName="rootComposite" presStyleCnt="0"/>
      <dgm:spPr/>
    </dgm:pt>
    <dgm:pt modelId="{BCEB8014-B63B-8942-B218-1F08004E3B66}" type="pres">
      <dgm:prSet presAssocID="{8FBEC270-714B-495B-9D1A-CF2CDE6D2C78}" presName="rootText" presStyleLbl="node2" presStyleIdx="1" presStyleCnt="2" custScaleY="123970">
        <dgm:presLayoutVars>
          <dgm:chPref val="3"/>
        </dgm:presLayoutVars>
      </dgm:prSet>
      <dgm:spPr/>
    </dgm:pt>
    <dgm:pt modelId="{97E8B62A-64A6-2245-8392-0C74C5285020}" type="pres">
      <dgm:prSet presAssocID="{8FBEC270-714B-495B-9D1A-CF2CDE6D2C78}" presName="rootConnector" presStyleLbl="node2" presStyleIdx="1" presStyleCnt="2"/>
      <dgm:spPr/>
    </dgm:pt>
    <dgm:pt modelId="{F1F02DE2-0B3D-1F4E-9A60-7890AFF67056}" type="pres">
      <dgm:prSet presAssocID="{8FBEC270-714B-495B-9D1A-CF2CDE6D2C78}" presName="hierChild4" presStyleCnt="0"/>
      <dgm:spPr/>
    </dgm:pt>
    <dgm:pt modelId="{015B7905-D669-2D4A-8D9D-855D33EA789C}" type="pres">
      <dgm:prSet presAssocID="{8FBEC270-714B-495B-9D1A-CF2CDE6D2C78}" presName="hierChild5" presStyleCnt="0"/>
      <dgm:spPr/>
    </dgm:pt>
    <dgm:pt modelId="{D694DBA4-D212-E441-AF9C-37782BD189DB}" type="pres">
      <dgm:prSet presAssocID="{46C63672-4A9C-4029-815B-AF74801CA9FC}" presName="hierChild3" presStyleCnt="0"/>
      <dgm:spPr/>
    </dgm:pt>
    <dgm:pt modelId="{9538C135-3672-6F46-941C-2CFB5BC9CC10}" type="pres">
      <dgm:prSet presAssocID="{3D641BEB-0C8F-40BC-B000-F33FEEB0D205}" presName="hierRoot1" presStyleCnt="0">
        <dgm:presLayoutVars>
          <dgm:hierBranch val="init"/>
        </dgm:presLayoutVars>
      </dgm:prSet>
      <dgm:spPr/>
    </dgm:pt>
    <dgm:pt modelId="{6D439122-DF6D-9541-84D3-3E1B5A95064F}" type="pres">
      <dgm:prSet presAssocID="{3D641BEB-0C8F-40BC-B000-F33FEEB0D205}" presName="rootComposite1" presStyleCnt="0"/>
      <dgm:spPr/>
    </dgm:pt>
    <dgm:pt modelId="{69A2F9C0-ECA7-7D40-82CD-B8C15C857D0E}" type="pres">
      <dgm:prSet presAssocID="{3D641BEB-0C8F-40BC-B000-F33FEEB0D205}" presName="rootText1" presStyleLbl="node0" presStyleIdx="3" presStyleCnt="5">
        <dgm:presLayoutVars>
          <dgm:chPref val="3"/>
        </dgm:presLayoutVars>
      </dgm:prSet>
      <dgm:spPr/>
    </dgm:pt>
    <dgm:pt modelId="{6642CE50-BCEA-C942-894C-09663F82FDD7}" type="pres">
      <dgm:prSet presAssocID="{3D641BEB-0C8F-40BC-B000-F33FEEB0D205}" presName="rootConnector1" presStyleLbl="node1" presStyleIdx="0" presStyleCnt="0"/>
      <dgm:spPr/>
    </dgm:pt>
    <dgm:pt modelId="{6631C6BC-080D-5E40-AB9A-3D04DA3EF3F1}" type="pres">
      <dgm:prSet presAssocID="{3D641BEB-0C8F-40BC-B000-F33FEEB0D205}" presName="hierChild2" presStyleCnt="0"/>
      <dgm:spPr/>
    </dgm:pt>
    <dgm:pt modelId="{60543290-0130-B942-98EF-A733F658A625}" type="pres">
      <dgm:prSet presAssocID="{3D641BEB-0C8F-40BC-B000-F33FEEB0D205}" presName="hierChild3" presStyleCnt="0"/>
      <dgm:spPr/>
    </dgm:pt>
    <dgm:pt modelId="{2656EA39-213B-7249-9A3E-3149FEE9D110}" type="pres">
      <dgm:prSet presAssocID="{11D46B48-867B-4A0E-BB11-DA4A20A9B154}" presName="hierRoot1" presStyleCnt="0">
        <dgm:presLayoutVars>
          <dgm:hierBranch val="init"/>
        </dgm:presLayoutVars>
      </dgm:prSet>
      <dgm:spPr/>
    </dgm:pt>
    <dgm:pt modelId="{099356F6-1C48-E84B-B2E5-0D07F3E938E0}" type="pres">
      <dgm:prSet presAssocID="{11D46B48-867B-4A0E-BB11-DA4A20A9B154}" presName="rootComposite1" presStyleCnt="0"/>
      <dgm:spPr/>
    </dgm:pt>
    <dgm:pt modelId="{F9C2BBE5-0AAA-6E4C-AFB4-E139D86B9231}" type="pres">
      <dgm:prSet presAssocID="{11D46B48-867B-4A0E-BB11-DA4A20A9B154}" presName="rootText1" presStyleLbl="node0" presStyleIdx="4" presStyleCnt="5">
        <dgm:presLayoutVars>
          <dgm:chPref val="3"/>
        </dgm:presLayoutVars>
      </dgm:prSet>
      <dgm:spPr/>
    </dgm:pt>
    <dgm:pt modelId="{517C9102-690E-B54C-A35D-0ECCF28F6CAA}" type="pres">
      <dgm:prSet presAssocID="{11D46B48-867B-4A0E-BB11-DA4A20A9B154}" presName="rootConnector1" presStyleLbl="node1" presStyleIdx="0" presStyleCnt="0"/>
      <dgm:spPr/>
    </dgm:pt>
    <dgm:pt modelId="{4FAB62C1-0F24-2C4A-945D-52841EA9F23A}" type="pres">
      <dgm:prSet presAssocID="{11D46B48-867B-4A0E-BB11-DA4A20A9B154}" presName="hierChild2" presStyleCnt="0"/>
      <dgm:spPr/>
    </dgm:pt>
    <dgm:pt modelId="{2973E6EC-8DD5-BD45-82F3-708739EAD0D3}" type="pres">
      <dgm:prSet presAssocID="{11D46B48-867B-4A0E-BB11-DA4A20A9B154}" presName="hierChild3" presStyleCnt="0"/>
      <dgm:spPr/>
    </dgm:pt>
  </dgm:ptLst>
  <dgm:cxnLst>
    <dgm:cxn modelId="{E35F9C06-60F7-C14B-9DAF-E1B7F234420C}" type="presOf" srcId="{3D641BEB-0C8F-40BC-B000-F33FEEB0D205}" destId="{6642CE50-BCEA-C942-894C-09663F82FDD7}" srcOrd="1" destOrd="0" presId="urn:microsoft.com/office/officeart/2009/3/layout/HorizontalOrganizationChart"/>
    <dgm:cxn modelId="{450F5911-BC5B-7D4D-8068-49175BF06AA6}" type="presOf" srcId="{EF2F5B22-87CC-4A1E-B038-1B17A5AD1929}" destId="{EBE12EF8-15D5-3D4D-8EFE-452306CD6E29}" srcOrd="0" destOrd="0" presId="urn:microsoft.com/office/officeart/2009/3/layout/HorizontalOrganizationChart"/>
    <dgm:cxn modelId="{04620D15-BA83-514A-9853-90ED999B043C}" type="presOf" srcId="{389B1A15-FD25-4A6E-A4A2-642D82A3B1E9}" destId="{61A28781-E781-ED40-AEAE-E4700776D710}" srcOrd="0" destOrd="0" presId="urn:microsoft.com/office/officeart/2009/3/layout/HorizontalOrganizationChart"/>
    <dgm:cxn modelId="{697CDF19-9835-40D5-8109-8366488DFBC9}" srcId="{67FE9F94-BC02-4367-8CDF-11E9C6B09F84}" destId="{12CD4A65-B7A0-4AF3-86D6-938F35E4C63F}" srcOrd="0" destOrd="0" parTransId="{0F990FB6-BCEB-4DFD-8866-75B19ECA4C48}" sibTransId="{09546DCD-5578-40D6-91B2-3B22961942F9}"/>
    <dgm:cxn modelId="{5F7DED26-9A10-1B46-8B9B-678D4039330F}" type="presOf" srcId="{11D46B48-867B-4A0E-BB11-DA4A20A9B154}" destId="{517C9102-690E-B54C-A35D-0ECCF28F6CAA}" srcOrd="1" destOrd="0" presId="urn:microsoft.com/office/officeart/2009/3/layout/HorizontalOrganizationChart"/>
    <dgm:cxn modelId="{2D58AA2E-B327-4945-858C-E87523685EA0}" srcId="{67FE9F94-BC02-4367-8CDF-11E9C6B09F84}" destId="{46C63672-4A9C-4029-815B-AF74801CA9FC}" srcOrd="2" destOrd="0" parTransId="{DB74910C-8116-4CD8-A4B6-D9D68813F8F2}" sibTransId="{4D196FC5-6CB3-45B4-AE96-9E6EC43B6FE6}"/>
    <dgm:cxn modelId="{DC50893A-EF35-5D42-AD7E-3426D5942568}" type="presOf" srcId="{7278054F-8C05-4C8A-B3B1-6648997BE438}" destId="{67F1A45F-D219-D347-978B-180E6D926D99}" srcOrd="0" destOrd="0" presId="urn:microsoft.com/office/officeart/2009/3/layout/HorizontalOrganizationChart"/>
    <dgm:cxn modelId="{DE28CE46-9BAC-004C-9EC8-E42CC88193C5}" type="presOf" srcId="{12CD4A65-B7A0-4AF3-86D6-938F35E4C63F}" destId="{35EA10F2-9188-2043-963E-E4DB2C96CB7C}" srcOrd="1" destOrd="0" presId="urn:microsoft.com/office/officeart/2009/3/layout/HorizontalOrganizationChart"/>
    <dgm:cxn modelId="{C58EC447-D9A3-4040-87A3-4151E36227D3}" type="presOf" srcId="{11D46B48-867B-4A0E-BB11-DA4A20A9B154}" destId="{F9C2BBE5-0AAA-6E4C-AFB4-E139D86B9231}" srcOrd="0" destOrd="0" presId="urn:microsoft.com/office/officeart/2009/3/layout/HorizontalOrganizationChart"/>
    <dgm:cxn modelId="{CA098969-F4FA-9741-9642-C585CF715D38}" type="presOf" srcId="{7278054F-8C05-4C8A-B3B1-6648997BE438}" destId="{AADEE21E-1CD5-8145-973F-08F124B1F9BA}" srcOrd="1" destOrd="0" presId="urn:microsoft.com/office/officeart/2009/3/layout/HorizontalOrganizationChart"/>
    <dgm:cxn modelId="{EF045C53-D67E-4E4F-87B3-7BE2506A6CF5}" type="presOf" srcId="{67FE9F94-BC02-4367-8CDF-11E9C6B09F84}" destId="{D171E863-5C2E-CA4D-B0B4-0D9D4C6261D5}" srcOrd="0" destOrd="0" presId="urn:microsoft.com/office/officeart/2009/3/layout/HorizontalOrganizationChart"/>
    <dgm:cxn modelId="{8D992974-674B-DD49-B886-BA1B4232241B}" type="presOf" srcId="{12CD4A65-B7A0-4AF3-86D6-938F35E4C63F}" destId="{817D4E4E-28DD-6B45-9464-4982B7E78947}" srcOrd="0" destOrd="0" presId="urn:microsoft.com/office/officeart/2009/3/layout/HorizontalOrganizationChart"/>
    <dgm:cxn modelId="{9F942D76-02ED-A94D-A4F2-33591AE53ECA}" type="presOf" srcId="{CEB822C1-E635-4697-B40A-E188FCFA0F1A}" destId="{E52CDA22-354D-F14C-BA84-50F3C5B8BEB0}" srcOrd="0" destOrd="0" presId="urn:microsoft.com/office/officeart/2009/3/layout/HorizontalOrganizationChart"/>
    <dgm:cxn modelId="{23FCF678-8EA2-3E48-A5ED-5745BF805F59}" type="presOf" srcId="{8FBEC270-714B-495B-9D1A-CF2CDE6D2C78}" destId="{97E8B62A-64A6-2245-8392-0C74C5285020}" srcOrd="1" destOrd="0" presId="urn:microsoft.com/office/officeart/2009/3/layout/HorizontalOrganizationChart"/>
    <dgm:cxn modelId="{07DF898B-5FCE-4266-A6C2-546F2089A1B7}" srcId="{67FE9F94-BC02-4367-8CDF-11E9C6B09F84}" destId="{3D641BEB-0C8F-40BC-B000-F33FEEB0D205}" srcOrd="3" destOrd="0" parTransId="{03E625B5-D036-4201-8872-4F978B1C6D70}" sibTransId="{E771C11F-196E-4C67-B787-D33A11C9E2B9}"/>
    <dgm:cxn modelId="{21BF3A9C-8E3F-44B5-AF2B-365271F0192A}" srcId="{46C63672-4A9C-4029-815B-AF74801CA9FC}" destId="{8FBEC270-714B-495B-9D1A-CF2CDE6D2C78}" srcOrd="1" destOrd="0" parTransId="{CEB822C1-E635-4697-B40A-E188FCFA0F1A}" sibTransId="{0916F4ED-3396-4DCB-A5D1-ECEF569F8495}"/>
    <dgm:cxn modelId="{71BD86A0-E8A0-6645-8A77-C0F6159B901C}" type="presOf" srcId="{389B1A15-FD25-4A6E-A4A2-642D82A3B1E9}" destId="{C7F3BCFE-5283-DE4B-ACF5-449FE6BDF8CD}" srcOrd="1" destOrd="0" presId="urn:microsoft.com/office/officeart/2009/3/layout/HorizontalOrganizationChart"/>
    <dgm:cxn modelId="{E9EA34C4-81F2-8B41-B4ED-F2662A63A42E}" type="presOf" srcId="{3D641BEB-0C8F-40BC-B000-F33FEEB0D205}" destId="{69A2F9C0-ECA7-7D40-82CD-B8C15C857D0E}" srcOrd="0" destOrd="0" presId="urn:microsoft.com/office/officeart/2009/3/layout/HorizontalOrganizationChart"/>
    <dgm:cxn modelId="{9F99AAC4-672F-CE42-A746-B595730C01BE}" type="presOf" srcId="{8FBEC270-714B-495B-9D1A-CF2CDE6D2C78}" destId="{BCEB8014-B63B-8942-B218-1F08004E3B66}" srcOrd="0" destOrd="0" presId="urn:microsoft.com/office/officeart/2009/3/layout/HorizontalOrganizationChart"/>
    <dgm:cxn modelId="{B4C081D9-CC87-471E-B13C-C5B8100A43B6}" srcId="{67FE9F94-BC02-4367-8CDF-11E9C6B09F84}" destId="{389B1A15-FD25-4A6E-A4A2-642D82A3B1E9}" srcOrd="1" destOrd="0" parTransId="{05FBF756-C577-44C2-A879-AEBB66463CBA}" sibTransId="{77664899-638F-4EFE-8A36-7FF3599E6518}"/>
    <dgm:cxn modelId="{0D5D06DD-B0EB-D442-8390-16445F53F7E9}" type="presOf" srcId="{46C63672-4A9C-4029-815B-AF74801CA9FC}" destId="{02AD0F07-23C4-CF48-B86B-40A953C50E86}" srcOrd="0" destOrd="0" presId="urn:microsoft.com/office/officeart/2009/3/layout/HorizontalOrganizationChart"/>
    <dgm:cxn modelId="{1CD4C3E3-6099-496E-B3BB-9FD79391FBD6}" srcId="{67FE9F94-BC02-4367-8CDF-11E9C6B09F84}" destId="{11D46B48-867B-4A0E-BB11-DA4A20A9B154}" srcOrd="4" destOrd="0" parTransId="{28A0661F-FE2E-4C54-BBE3-DCC5E97BD5DC}" sibTransId="{219442C5-917F-41D3-B053-CEF68F754C0C}"/>
    <dgm:cxn modelId="{9F4C0EE8-63BF-40E9-B8D5-8FAB4B79E500}" srcId="{46C63672-4A9C-4029-815B-AF74801CA9FC}" destId="{7278054F-8C05-4C8A-B3B1-6648997BE438}" srcOrd="0" destOrd="0" parTransId="{EF2F5B22-87CC-4A1E-B038-1B17A5AD1929}" sibTransId="{7FBEFFA0-F24A-48DB-B45E-E7C45D3E6D71}"/>
    <dgm:cxn modelId="{CF2293F2-013C-BD46-BB55-E4F5D6038DC5}" type="presOf" srcId="{46C63672-4A9C-4029-815B-AF74801CA9FC}" destId="{639D6E4B-2DEA-CD40-AE76-052165C25DF7}" srcOrd="1" destOrd="0" presId="urn:microsoft.com/office/officeart/2009/3/layout/HorizontalOrganizationChart"/>
    <dgm:cxn modelId="{E33748A8-FF9A-FE4A-B0F5-480C89CBDB9F}" type="presParOf" srcId="{D171E863-5C2E-CA4D-B0B4-0D9D4C6261D5}" destId="{D25D0244-047E-604C-B4BF-D6F20E991725}" srcOrd="0" destOrd="0" presId="urn:microsoft.com/office/officeart/2009/3/layout/HorizontalOrganizationChart"/>
    <dgm:cxn modelId="{D7ABFE67-DA47-5543-A5C7-53F211C1C37E}" type="presParOf" srcId="{D25D0244-047E-604C-B4BF-D6F20E991725}" destId="{176A747A-FAE8-344E-B2E2-F41B48B985FB}" srcOrd="0" destOrd="0" presId="urn:microsoft.com/office/officeart/2009/3/layout/HorizontalOrganizationChart"/>
    <dgm:cxn modelId="{ACE21E7E-0E43-A64E-AA24-C6F9881951AD}" type="presParOf" srcId="{176A747A-FAE8-344E-B2E2-F41B48B985FB}" destId="{817D4E4E-28DD-6B45-9464-4982B7E78947}" srcOrd="0" destOrd="0" presId="urn:microsoft.com/office/officeart/2009/3/layout/HorizontalOrganizationChart"/>
    <dgm:cxn modelId="{4F25B9AF-8C9D-DA4E-8F24-B3B72DE99FD3}" type="presParOf" srcId="{176A747A-FAE8-344E-B2E2-F41B48B985FB}" destId="{35EA10F2-9188-2043-963E-E4DB2C96CB7C}" srcOrd="1" destOrd="0" presId="urn:microsoft.com/office/officeart/2009/3/layout/HorizontalOrganizationChart"/>
    <dgm:cxn modelId="{55A6D1E9-7578-1E41-A4F8-D321C8882BE2}" type="presParOf" srcId="{D25D0244-047E-604C-B4BF-D6F20E991725}" destId="{0919F08B-C90E-E74E-B05E-A59A4396AEF6}" srcOrd="1" destOrd="0" presId="urn:microsoft.com/office/officeart/2009/3/layout/HorizontalOrganizationChart"/>
    <dgm:cxn modelId="{FA007C0D-0578-C040-BEB1-0E98F2039B33}" type="presParOf" srcId="{D25D0244-047E-604C-B4BF-D6F20E991725}" destId="{91C58AE0-230A-584A-9D14-79F09298F07C}" srcOrd="2" destOrd="0" presId="urn:microsoft.com/office/officeart/2009/3/layout/HorizontalOrganizationChart"/>
    <dgm:cxn modelId="{D6B57BC7-1736-274B-854B-7550771A9A63}" type="presParOf" srcId="{D171E863-5C2E-CA4D-B0B4-0D9D4C6261D5}" destId="{049C2483-F56E-064F-95CF-F96EC0EFA5D4}" srcOrd="1" destOrd="0" presId="urn:microsoft.com/office/officeart/2009/3/layout/HorizontalOrganizationChart"/>
    <dgm:cxn modelId="{9EAD9C9C-F836-A546-8619-51D5B0320BB8}" type="presParOf" srcId="{049C2483-F56E-064F-95CF-F96EC0EFA5D4}" destId="{4FC22BA8-360F-CA4B-BB96-3824803C10B5}" srcOrd="0" destOrd="0" presId="urn:microsoft.com/office/officeart/2009/3/layout/HorizontalOrganizationChart"/>
    <dgm:cxn modelId="{A89491EA-1D7A-9A41-9386-BF17468A20C7}" type="presParOf" srcId="{4FC22BA8-360F-CA4B-BB96-3824803C10B5}" destId="{61A28781-E781-ED40-AEAE-E4700776D710}" srcOrd="0" destOrd="0" presId="urn:microsoft.com/office/officeart/2009/3/layout/HorizontalOrganizationChart"/>
    <dgm:cxn modelId="{3FACFF2D-ABD9-B942-9F11-8E9A093C0095}" type="presParOf" srcId="{4FC22BA8-360F-CA4B-BB96-3824803C10B5}" destId="{C7F3BCFE-5283-DE4B-ACF5-449FE6BDF8CD}" srcOrd="1" destOrd="0" presId="urn:microsoft.com/office/officeart/2009/3/layout/HorizontalOrganizationChart"/>
    <dgm:cxn modelId="{8F4BB8DD-7971-2446-800A-6DFF302E87FF}" type="presParOf" srcId="{049C2483-F56E-064F-95CF-F96EC0EFA5D4}" destId="{6CB6FCDF-5B85-B047-A651-0F53076039D7}" srcOrd="1" destOrd="0" presId="urn:microsoft.com/office/officeart/2009/3/layout/HorizontalOrganizationChart"/>
    <dgm:cxn modelId="{E504CEFD-F299-8048-AB36-6B3CEB0C5EC8}" type="presParOf" srcId="{049C2483-F56E-064F-95CF-F96EC0EFA5D4}" destId="{9E3BBD8F-0DD7-5042-942E-91FBCB318231}" srcOrd="2" destOrd="0" presId="urn:microsoft.com/office/officeart/2009/3/layout/HorizontalOrganizationChart"/>
    <dgm:cxn modelId="{3A9F2372-B3E7-AF46-9209-601A78514B71}" type="presParOf" srcId="{D171E863-5C2E-CA4D-B0B4-0D9D4C6261D5}" destId="{258A8C98-3A68-1940-9E72-3E78D226DF51}" srcOrd="2" destOrd="0" presId="urn:microsoft.com/office/officeart/2009/3/layout/HorizontalOrganizationChart"/>
    <dgm:cxn modelId="{90ACACD9-20D4-9449-8A83-41B795979B8E}" type="presParOf" srcId="{258A8C98-3A68-1940-9E72-3E78D226DF51}" destId="{080D49C9-E602-B047-AC14-FD7CFA9CD059}" srcOrd="0" destOrd="0" presId="urn:microsoft.com/office/officeart/2009/3/layout/HorizontalOrganizationChart"/>
    <dgm:cxn modelId="{1BB65F47-062E-D44A-8054-9F17883E9B20}" type="presParOf" srcId="{080D49C9-E602-B047-AC14-FD7CFA9CD059}" destId="{02AD0F07-23C4-CF48-B86B-40A953C50E86}" srcOrd="0" destOrd="0" presId="urn:microsoft.com/office/officeart/2009/3/layout/HorizontalOrganizationChart"/>
    <dgm:cxn modelId="{5D502CC1-0FDF-B447-B2A2-855253354ED5}" type="presParOf" srcId="{080D49C9-E602-B047-AC14-FD7CFA9CD059}" destId="{639D6E4B-2DEA-CD40-AE76-052165C25DF7}" srcOrd="1" destOrd="0" presId="urn:microsoft.com/office/officeart/2009/3/layout/HorizontalOrganizationChart"/>
    <dgm:cxn modelId="{7D83912E-557E-D449-BF8C-60C53AC88DD3}" type="presParOf" srcId="{258A8C98-3A68-1940-9E72-3E78D226DF51}" destId="{3E90E8F2-07EA-C94E-A5B0-20E3ADEB6781}" srcOrd="1" destOrd="0" presId="urn:microsoft.com/office/officeart/2009/3/layout/HorizontalOrganizationChart"/>
    <dgm:cxn modelId="{F735914F-0FB1-4840-BE00-C10AA0F3F494}" type="presParOf" srcId="{3E90E8F2-07EA-C94E-A5B0-20E3ADEB6781}" destId="{EBE12EF8-15D5-3D4D-8EFE-452306CD6E29}" srcOrd="0" destOrd="0" presId="urn:microsoft.com/office/officeart/2009/3/layout/HorizontalOrganizationChart"/>
    <dgm:cxn modelId="{F7EF7DFA-4472-D443-9EFA-A416CDD18184}" type="presParOf" srcId="{3E90E8F2-07EA-C94E-A5B0-20E3ADEB6781}" destId="{565AFB91-DA29-7B4D-90E0-36254EBE0A94}" srcOrd="1" destOrd="0" presId="urn:microsoft.com/office/officeart/2009/3/layout/HorizontalOrganizationChart"/>
    <dgm:cxn modelId="{C3BE37AB-C193-E244-9A99-1DEC6F3290AA}" type="presParOf" srcId="{565AFB91-DA29-7B4D-90E0-36254EBE0A94}" destId="{1ACB28F6-7446-4945-AA69-F74B200D930A}" srcOrd="0" destOrd="0" presId="urn:microsoft.com/office/officeart/2009/3/layout/HorizontalOrganizationChart"/>
    <dgm:cxn modelId="{53F785B9-4876-5947-BDB7-857D82800309}" type="presParOf" srcId="{1ACB28F6-7446-4945-AA69-F74B200D930A}" destId="{67F1A45F-D219-D347-978B-180E6D926D99}" srcOrd="0" destOrd="0" presId="urn:microsoft.com/office/officeart/2009/3/layout/HorizontalOrganizationChart"/>
    <dgm:cxn modelId="{C95A8764-D29F-ED4F-8B0B-7042C88FCCFA}" type="presParOf" srcId="{1ACB28F6-7446-4945-AA69-F74B200D930A}" destId="{AADEE21E-1CD5-8145-973F-08F124B1F9BA}" srcOrd="1" destOrd="0" presId="urn:microsoft.com/office/officeart/2009/3/layout/HorizontalOrganizationChart"/>
    <dgm:cxn modelId="{89D8B026-B386-844D-82F6-AF3ADD82FEBD}" type="presParOf" srcId="{565AFB91-DA29-7B4D-90E0-36254EBE0A94}" destId="{3F0878AD-238F-DB49-86EA-B5ADD673EB77}" srcOrd="1" destOrd="0" presId="urn:microsoft.com/office/officeart/2009/3/layout/HorizontalOrganizationChart"/>
    <dgm:cxn modelId="{91E38A8B-70F8-7E4A-B07C-955484839A78}" type="presParOf" srcId="{565AFB91-DA29-7B4D-90E0-36254EBE0A94}" destId="{59C5813C-4DC2-9243-8A08-46568FFE34FC}" srcOrd="2" destOrd="0" presId="urn:microsoft.com/office/officeart/2009/3/layout/HorizontalOrganizationChart"/>
    <dgm:cxn modelId="{3E485BD2-C206-9B4B-B295-B2F90E64FD4D}" type="presParOf" srcId="{3E90E8F2-07EA-C94E-A5B0-20E3ADEB6781}" destId="{E52CDA22-354D-F14C-BA84-50F3C5B8BEB0}" srcOrd="2" destOrd="0" presId="urn:microsoft.com/office/officeart/2009/3/layout/HorizontalOrganizationChart"/>
    <dgm:cxn modelId="{3BEF0677-D522-1D44-BAE2-220F88160DA6}" type="presParOf" srcId="{3E90E8F2-07EA-C94E-A5B0-20E3ADEB6781}" destId="{86E79C60-ADDC-8042-91C3-25E8F5A36F4F}" srcOrd="3" destOrd="0" presId="urn:microsoft.com/office/officeart/2009/3/layout/HorizontalOrganizationChart"/>
    <dgm:cxn modelId="{815063AC-8A22-D14F-9446-3A0E1D705A3E}" type="presParOf" srcId="{86E79C60-ADDC-8042-91C3-25E8F5A36F4F}" destId="{820B963A-5E8C-5840-9894-0FFE8A6F9848}" srcOrd="0" destOrd="0" presId="urn:microsoft.com/office/officeart/2009/3/layout/HorizontalOrganizationChart"/>
    <dgm:cxn modelId="{FE77FB5E-7F96-A74E-8D4E-2C27DD8D53A2}" type="presParOf" srcId="{820B963A-5E8C-5840-9894-0FFE8A6F9848}" destId="{BCEB8014-B63B-8942-B218-1F08004E3B66}" srcOrd="0" destOrd="0" presId="urn:microsoft.com/office/officeart/2009/3/layout/HorizontalOrganizationChart"/>
    <dgm:cxn modelId="{5B41B887-4C2B-D64E-ADF9-B3AE9B9F9BDB}" type="presParOf" srcId="{820B963A-5E8C-5840-9894-0FFE8A6F9848}" destId="{97E8B62A-64A6-2245-8392-0C74C5285020}" srcOrd="1" destOrd="0" presId="urn:microsoft.com/office/officeart/2009/3/layout/HorizontalOrganizationChart"/>
    <dgm:cxn modelId="{4DE745AC-A98B-2746-874C-7DE3D77C8A39}" type="presParOf" srcId="{86E79C60-ADDC-8042-91C3-25E8F5A36F4F}" destId="{F1F02DE2-0B3D-1F4E-9A60-7890AFF67056}" srcOrd="1" destOrd="0" presId="urn:microsoft.com/office/officeart/2009/3/layout/HorizontalOrganizationChart"/>
    <dgm:cxn modelId="{8882FD29-D8CF-2D43-97BC-58E833E5DAD8}" type="presParOf" srcId="{86E79C60-ADDC-8042-91C3-25E8F5A36F4F}" destId="{015B7905-D669-2D4A-8D9D-855D33EA789C}" srcOrd="2" destOrd="0" presId="urn:microsoft.com/office/officeart/2009/3/layout/HorizontalOrganizationChart"/>
    <dgm:cxn modelId="{2939B65B-1FEA-B849-9B97-1037F46E45C5}" type="presParOf" srcId="{258A8C98-3A68-1940-9E72-3E78D226DF51}" destId="{D694DBA4-D212-E441-AF9C-37782BD189DB}" srcOrd="2" destOrd="0" presId="urn:microsoft.com/office/officeart/2009/3/layout/HorizontalOrganizationChart"/>
    <dgm:cxn modelId="{CC5C27EF-8B71-6C49-957E-84AD865AA995}" type="presParOf" srcId="{D171E863-5C2E-CA4D-B0B4-0D9D4C6261D5}" destId="{9538C135-3672-6F46-941C-2CFB5BC9CC10}" srcOrd="3" destOrd="0" presId="urn:microsoft.com/office/officeart/2009/3/layout/HorizontalOrganizationChart"/>
    <dgm:cxn modelId="{3578C7B0-54F6-F341-AB32-29A16F6F689B}" type="presParOf" srcId="{9538C135-3672-6F46-941C-2CFB5BC9CC10}" destId="{6D439122-DF6D-9541-84D3-3E1B5A95064F}" srcOrd="0" destOrd="0" presId="urn:microsoft.com/office/officeart/2009/3/layout/HorizontalOrganizationChart"/>
    <dgm:cxn modelId="{272A31A6-2E9A-3B48-AA86-442471DDF078}" type="presParOf" srcId="{6D439122-DF6D-9541-84D3-3E1B5A95064F}" destId="{69A2F9C0-ECA7-7D40-82CD-B8C15C857D0E}" srcOrd="0" destOrd="0" presId="urn:microsoft.com/office/officeart/2009/3/layout/HorizontalOrganizationChart"/>
    <dgm:cxn modelId="{91C938AC-4B2E-5A42-BF82-49A162F8347E}" type="presParOf" srcId="{6D439122-DF6D-9541-84D3-3E1B5A95064F}" destId="{6642CE50-BCEA-C942-894C-09663F82FDD7}" srcOrd="1" destOrd="0" presId="urn:microsoft.com/office/officeart/2009/3/layout/HorizontalOrganizationChart"/>
    <dgm:cxn modelId="{45B4C5E3-CE1C-3248-A6AF-CB21CCD8A18B}" type="presParOf" srcId="{9538C135-3672-6F46-941C-2CFB5BC9CC10}" destId="{6631C6BC-080D-5E40-AB9A-3D04DA3EF3F1}" srcOrd="1" destOrd="0" presId="urn:microsoft.com/office/officeart/2009/3/layout/HorizontalOrganizationChart"/>
    <dgm:cxn modelId="{7ED9E436-E6A9-4A4A-9254-D2ADA7288C3D}" type="presParOf" srcId="{9538C135-3672-6F46-941C-2CFB5BC9CC10}" destId="{60543290-0130-B942-98EF-A733F658A625}" srcOrd="2" destOrd="0" presId="urn:microsoft.com/office/officeart/2009/3/layout/HorizontalOrganizationChart"/>
    <dgm:cxn modelId="{17F484C3-45A7-9B4C-87F5-F9E61D62DC61}" type="presParOf" srcId="{D171E863-5C2E-CA4D-B0B4-0D9D4C6261D5}" destId="{2656EA39-213B-7249-9A3E-3149FEE9D110}" srcOrd="4" destOrd="0" presId="urn:microsoft.com/office/officeart/2009/3/layout/HorizontalOrganizationChart"/>
    <dgm:cxn modelId="{A3803B7D-AF55-E344-8616-65420BE4BD5F}" type="presParOf" srcId="{2656EA39-213B-7249-9A3E-3149FEE9D110}" destId="{099356F6-1C48-E84B-B2E5-0D07F3E938E0}" srcOrd="0" destOrd="0" presId="urn:microsoft.com/office/officeart/2009/3/layout/HorizontalOrganizationChart"/>
    <dgm:cxn modelId="{F2B1E57C-9EBF-2147-A90E-B88648895720}" type="presParOf" srcId="{099356F6-1C48-E84B-B2E5-0D07F3E938E0}" destId="{F9C2BBE5-0AAA-6E4C-AFB4-E139D86B9231}" srcOrd="0" destOrd="0" presId="urn:microsoft.com/office/officeart/2009/3/layout/HorizontalOrganizationChart"/>
    <dgm:cxn modelId="{F901A8C7-8F87-8A4B-844E-7F7AC284F046}" type="presParOf" srcId="{099356F6-1C48-E84B-B2E5-0D07F3E938E0}" destId="{517C9102-690E-B54C-A35D-0ECCF28F6CAA}" srcOrd="1" destOrd="0" presId="urn:microsoft.com/office/officeart/2009/3/layout/HorizontalOrganizationChart"/>
    <dgm:cxn modelId="{45B83D23-76FA-5546-9C2E-5D90F9A18B10}" type="presParOf" srcId="{2656EA39-213B-7249-9A3E-3149FEE9D110}" destId="{4FAB62C1-0F24-2C4A-945D-52841EA9F23A}" srcOrd="1" destOrd="0" presId="urn:microsoft.com/office/officeart/2009/3/layout/HorizontalOrganizationChart"/>
    <dgm:cxn modelId="{8E2FDBE8-86A0-0E44-AA89-41DE26824E3E}" type="presParOf" srcId="{2656EA39-213B-7249-9A3E-3149FEE9D110}" destId="{2973E6EC-8DD5-BD45-82F3-708739EAD0D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9D2490-4F37-4CD0-9D8E-629122D81E1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D93D9D43-28EF-44F3-93EF-62111628ED4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 err="1"/>
            <a:t>Implemented</a:t>
          </a:r>
          <a:r>
            <a:rPr lang="it-IT" dirty="0"/>
            <a:t> in </a:t>
          </a:r>
          <a:r>
            <a:rPr lang="it-IT" dirty="0" err="1"/>
            <a:t>PyTorch</a:t>
          </a:r>
          <a:r>
            <a:rPr lang="it-IT" dirty="0"/>
            <a:t> with modular, </a:t>
          </a:r>
          <a:r>
            <a:rPr lang="it-IT" dirty="0" err="1"/>
            <a:t>reusable</a:t>
          </a:r>
          <a:r>
            <a:rPr lang="it-IT" dirty="0"/>
            <a:t> </a:t>
          </a:r>
          <a:r>
            <a:rPr lang="it-IT" dirty="0" err="1"/>
            <a:t>components</a:t>
          </a:r>
          <a:endParaRPr lang="en-US" dirty="0"/>
        </a:p>
      </dgm:t>
    </dgm:pt>
    <dgm:pt modelId="{903C37C3-06B4-498E-9F6D-EC5C21D93679}" type="parTrans" cxnId="{FFDEB9C2-B32A-48AD-AA75-8C1FB9C7607D}">
      <dgm:prSet/>
      <dgm:spPr/>
      <dgm:t>
        <a:bodyPr/>
        <a:lstStyle/>
        <a:p>
          <a:endParaRPr lang="en-US"/>
        </a:p>
      </dgm:t>
    </dgm:pt>
    <dgm:pt modelId="{15BAD547-328A-4B79-95E5-843804F69344}" type="sibTrans" cxnId="{FFDEB9C2-B32A-48AD-AA75-8C1FB9C7607D}">
      <dgm:prSet/>
      <dgm:spPr/>
      <dgm:t>
        <a:bodyPr/>
        <a:lstStyle/>
        <a:p>
          <a:endParaRPr lang="en-US"/>
        </a:p>
      </dgm:t>
    </dgm:pt>
    <dgm:pt modelId="{76293504-0360-4C94-8E69-D5D2EF258E0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Custom Dataset class handles loading, </a:t>
          </a:r>
          <a:r>
            <a:rPr lang="it-IT" dirty="0" err="1"/>
            <a:t>normalization</a:t>
          </a:r>
          <a:r>
            <a:rPr lang="it-IT" dirty="0"/>
            <a:t>, RGB-to-ID </a:t>
          </a:r>
          <a:r>
            <a:rPr lang="it-IT" dirty="0" err="1"/>
            <a:t>conversion</a:t>
          </a:r>
          <a:endParaRPr lang="en-US" dirty="0"/>
        </a:p>
      </dgm:t>
    </dgm:pt>
    <dgm:pt modelId="{A4B96CA7-77CB-429C-8C68-D9B69B6D38C2}" type="parTrans" cxnId="{6F53C492-980A-4D05-AA8A-92F4C376F970}">
      <dgm:prSet/>
      <dgm:spPr/>
      <dgm:t>
        <a:bodyPr/>
        <a:lstStyle/>
        <a:p>
          <a:endParaRPr lang="en-US"/>
        </a:p>
      </dgm:t>
    </dgm:pt>
    <dgm:pt modelId="{AB093798-B982-41A5-B2E6-96B53983BA23}" type="sibTrans" cxnId="{6F53C492-980A-4D05-AA8A-92F4C376F970}">
      <dgm:prSet/>
      <dgm:spPr/>
      <dgm:t>
        <a:bodyPr/>
        <a:lstStyle/>
        <a:p>
          <a:endParaRPr lang="en-US"/>
        </a:p>
      </dgm:t>
    </dgm:pt>
    <dgm:pt modelId="{3BE1BB27-16C8-4240-9AAB-D79F2F11339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Model </a:t>
          </a:r>
          <a:r>
            <a:rPr lang="it-IT" dirty="0" err="1"/>
            <a:t>built</a:t>
          </a:r>
          <a:r>
            <a:rPr lang="it-IT" dirty="0"/>
            <a:t> using </a:t>
          </a:r>
          <a:r>
            <a:rPr lang="it-IT" dirty="0" err="1"/>
            <a:t>torchvision's</a:t>
          </a:r>
          <a:r>
            <a:rPr lang="it-IT" dirty="0"/>
            <a:t> DeepLabV3 + MobileNetV3</a:t>
          </a:r>
          <a:endParaRPr lang="en-US" dirty="0"/>
        </a:p>
      </dgm:t>
    </dgm:pt>
    <dgm:pt modelId="{D8EF2988-00D5-4B43-B00D-AEF60748F560}" type="parTrans" cxnId="{D33242EA-3006-464B-B853-AA4FF163F8E1}">
      <dgm:prSet/>
      <dgm:spPr/>
      <dgm:t>
        <a:bodyPr/>
        <a:lstStyle/>
        <a:p>
          <a:endParaRPr lang="en-US"/>
        </a:p>
      </dgm:t>
    </dgm:pt>
    <dgm:pt modelId="{ED0E5830-4EC2-4C07-BAE3-46E8B832B067}" type="sibTrans" cxnId="{D33242EA-3006-464B-B853-AA4FF163F8E1}">
      <dgm:prSet/>
      <dgm:spPr/>
      <dgm:t>
        <a:bodyPr/>
        <a:lstStyle/>
        <a:p>
          <a:endParaRPr lang="en-US"/>
        </a:p>
      </dgm:t>
    </dgm:pt>
    <dgm:pt modelId="{F642F46C-8281-4C54-82AC-E9ED41DDA4A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Training loop </a:t>
          </a:r>
          <a:r>
            <a:rPr lang="it-IT" dirty="0" err="1"/>
            <a:t>includes</a:t>
          </a:r>
          <a:r>
            <a:rPr lang="it-IT" dirty="0"/>
            <a:t> </a:t>
          </a:r>
          <a:r>
            <a:rPr lang="it-IT" dirty="0" err="1"/>
            <a:t>logging</a:t>
          </a:r>
          <a:r>
            <a:rPr lang="it-IT" dirty="0"/>
            <a:t> with </a:t>
          </a:r>
          <a:r>
            <a:rPr lang="it-IT" dirty="0" err="1"/>
            <a:t>TensorBoard</a:t>
          </a:r>
          <a:endParaRPr lang="en-US" dirty="0"/>
        </a:p>
      </dgm:t>
    </dgm:pt>
    <dgm:pt modelId="{3E512B78-1020-4E69-AB2E-963274CB86C2}" type="parTrans" cxnId="{4101F95F-79AB-4CB8-8023-494632F7B50F}">
      <dgm:prSet/>
      <dgm:spPr/>
      <dgm:t>
        <a:bodyPr/>
        <a:lstStyle/>
        <a:p>
          <a:endParaRPr lang="en-US"/>
        </a:p>
      </dgm:t>
    </dgm:pt>
    <dgm:pt modelId="{FA030292-5AF5-493D-A8DF-BC3ED44954CB}" type="sibTrans" cxnId="{4101F95F-79AB-4CB8-8023-494632F7B50F}">
      <dgm:prSet/>
      <dgm:spPr/>
      <dgm:t>
        <a:bodyPr/>
        <a:lstStyle/>
        <a:p>
          <a:endParaRPr lang="en-US"/>
        </a:p>
      </dgm:t>
    </dgm:pt>
    <dgm:pt modelId="{4840F905-0C30-4B4B-8FDE-88427149C56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 err="1"/>
            <a:t>Predict</a:t>
          </a:r>
          <a:r>
            <a:rPr lang="it-IT" dirty="0"/>
            <a:t> </a:t>
          </a:r>
          <a:r>
            <a:rPr lang="it-IT" dirty="0" err="1"/>
            <a:t>function</a:t>
          </a:r>
          <a:r>
            <a:rPr lang="it-IT" dirty="0"/>
            <a:t> for single-image </a:t>
          </a:r>
          <a:r>
            <a:rPr lang="it-IT" dirty="0" err="1"/>
            <a:t>inference</a:t>
          </a:r>
          <a:r>
            <a:rPr lang="it-IT" dirty="0"/>
            <a:t> with optional </a:t>
          </a:r>
          <a:r>
            <a:rPr lang="it-IT" dirty="0" err="1"/>
            <a:t>resizing</a:t>
          </a:r>
          <a:endParaRPr lang="en-US" dirty="0"/>
        </a:p>
      </dgm:t>
    </dgm:pt>
    <dgm:pt modelId="{F428BAFF-9A8A-496A-B87B-F48DFAD684C6}" type="parTrans" cxnId="{3797E9B3-D7BD-4694-AE8C-517C9321D2B6}">
      <dgm:prSet/>
      <dgm:spPr/>
      <dgm:t>
        <a:bodyPr/>
        <a:lstStyle/>
        <a:p>
          <a:endParaRPr lang="en-US"/>
        </a:p>
      </dgm:t>
    </dgm:pt>
    <dgm:pt modelId="{7E207319-08A3-4C0A-844A-96A112473A69}" type="sibTrans" cxnId="{3797E9B3-D7BD-4694-AE8C-517C9321D2B6}">
      <dgm:prSet/>
      <dgm:spPr/>
      <dgm:t>
        <a:bodyPr/>
        <a:lstStyle/>
        <a:p>
          <a:endParaRPr lang="en-US"/>
        </a:p>
      </dgm:t>
    </dgm:pt>
    <dgm:pt modelId="{CC87EB3B-D54E-4B5A-9783-756F410311D9}" type="pres">
      <dgm:prSet presAssocID="{DC9D2490-4F37-4CD0-9D8E-629122D81E1E}" presName="root" presStyleCnt="0">
        <dgm:presLayoutVars>
          <dgm:dir/>
          <dgm:resizeHandles val="exact"/>
        </dgm:presLayoutVars>
      </dgm:prSet>
      <dgm:spPr/>
    </dgm:pt>
    <dgm:pt modelId="{0204A6DC-CFD5-49CB-ADCE-A34CE28A6390}" type="pres">
      <dgm:prSet presAssocID="{D93D9D43-28EF-44F3-93EF-62111628ED42}" presName="compNode" presStyleCnt="0"/>
      <dgm:spPr/>
    </dgm:pt>
    <dgm:pt modelId="{E8C05DEA-E8B2-4696-A2AE-6C7EA3152CBA}" type="pres">
      <dgm:prSet presAssocID="{D93D9D43-28EF-44F3-93EF-62111628ED42}" presName="bgRect" presStyleLbl="bgShp" presStyleIdx="0" presStyleCnt="5" custLinFactNeighborY="4112"/>
      <dgm:spPr/>
    </dgm:pt>
    <dgm:pt modelId="{2C4A5FBB-5ABC-4E27-94D7-C48843CAD2A3}" type="pres">
      <dgm:prSet presAssocID="{D93D9D43-28EF-44F3-93EF-62111628ED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61F47DEB-B0E0-4F26-AD99-E1F63594CF06}" type="pres">
      <dgm:prSet presAssocID="{D93D9D43-28EF-44F3-93EF-62111628ED42}" presName="spaceRect" presStyleCnt="0"/>
      <dgm:spPr/>
    </dgm:pt>
    <dgm:pt modelId="{7D2C3016-E052-41A6-B529-7D85DC89286B}" type="pres">
      <dgm:prSet presAssocID="{D93D9D43-28EF-44F3-93EF-62111628ED42}" presName="parTx" presStyleLbl="revTx" presStyleIdx="0" presStyleCnt="5">
        <dgm:presLayoutVars>
          <dgm:chMax val="0"/>
          <dgm:chPref val="0"/>
        </dgm:presLayoutVars>
      </dgm:prSet>
      <dgm:spPr/>
    </dgm:pt>
    <dgm:pt modelId="{37375275-A19F-45DD-84E8-2898423214A9}" type="pres">
      <dgm:prSet presAssocID="{15BAD547-328A-4B79-95E5-843804F69344}" presName="sibTrans" presStyleCnt="0"/>
      <dgm:spPr/>
    </dgm:pt>
    <dgm:pt modelId="{C2A5B586-46F0-4DDA-AB0A-A663AACC911A}" type="pres">
      <dgm:prSet presAssocID="{76293504-0360-4C94-8E69-D5D2EF258E02}" presName="compNode" presStyleCnt="0"/>
      <dgm:spPr/>
    </dgm:pt>
    <dgm:pt modelId="{19953CCF-3154-4FB7-9262-8DDF47A95FD5}" type="pres">
      <dgm:prSet presAssocID="{76293504-0360-4C94-8E69-D5D2EF258E02}" presName="bgRect" presStyleLbl="bgShp" presStyleIdx="1" presStyleCnt="5"/>
      <dgm:spPr/>
    </dgm:pt>
    <dgm:pt modelId="{0CC185C3-1131-4674-8622-D8FB1585FC0E}" type="pres">
      <dgm:prSet presAssocID="{76293504-0360-4C94-8E69-D5D2EF258E0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C8217178-8E5A-49E0-8FFD-34FAB5504696}" type="pres">
      <dgm:prSet presAssocID="{76293504-0360-4C94-8E69-D5D2EF258E02}" presName="spaceRect" presStyleCnt="0"/>
      <dgm:spPr/>
    </dgm:pt>
    <dgm:pt modelId="{7457CF3F-A065-4F1D-8555-9119E0606AA8}" type="pres">
      <dgm:prSet presAssocID="{76293504-0360-4C94-8E69-D5D2EF258E02}" presName="parTx" presStyleLbl="revTx" presStyleIdx="1" presStyleCnt="5">
        <dgm:presLayoutVars>
          <dgm:chMax val="0"/>
          <dgm:chPref val="0"/>
        </dgm:presLayoutVars>
      </dgm:prSet>
      <dgm:spPr/>
    </dgm:pt>
    <dgm:pt modelId="{43083CA8-E628-463F-9562-447915465613}" type="pres">
      <dgm:prSet presAssocID="{AB093798-B982-41A5-B2E6-96B53983BA23}" presName="sibTrans" presStyleCnt="0"/>
      <dgm:spPr/>
    </dgm:pt>
    <dgm:pt modelId="{234D4A3F-0C75-4822-A691-04E2ABECC699}" type="pres">
      <dgm:prSet presAssocID="{3BE1BB27-16C8-4240-9AAB-D79F2F113390}" presName="compNode" presStyleCnt="0"/>
      <dgm:spPr/>
    </dgm:pt>
    <dgm:pt modelId="{D89651FB-3C7B-449F-8E6C-847D0D36910C}" type="pres">
      <dgm:prSet presAssocID="{3BE1BB27-16C8-4240-9AAB-D79F2F113390}" presName="bgRect" presStyleLbl="bgShp" presStyleIdx="2" presStyleCnt="5"/>
      <dgm:spPr/>
    </dgm:pt>
    <dgm:pt modelId="{5FFB4FB4-8162-493F-BC50-D2D8957847A6}" type="pres">
      <dgm:prSet presAssocID="{3BE1BB27-16C8-4240-9AAB-D79F2F11339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3654508-043D-42C9-A3FB-B79595CB656B}" type="pres">
      <dgm:prSet presAssocID="{3BE1BB27-16C8-4240-9AAB-D79F2F113390}" presName="spaceRect" presStyleCnt="0"/>
      <dgm:spPr/>
    </dgm:pt>
    <dgm:pt modelId="{6C1B7665-FE9C-4E7A-A5E7-B79BD3CABC7B}" type="pres">
      <dgm:prSet presAssocID="{3BE1BB27-16C8-4240-9AAB-D79F2F113390}" presName="parTx" presStyleLbl="revTx" presStyleIdx="2" presStyleCnt="5">
        <dgm:presLayoutVars>
          <dgm:chMax val="0"/>
          <dgm:chPref val="0"/>
        </dgm:presLayoutVars>
      </dgm:prSet>
      <dgm:spPr/>
    </dgm:pt>
    <dgm:pt modelId="{EB300821-7D35-4E17-A7CF-48F0CBC78C6F}" type="pres">
      <dgm:prSet presAssocID="{ED0E5830-4EC2-4C07-BAE3-46E8B832B067}" presName="sibTrans" presStyleCnt="0"/>
      <dgm:spPr/>
    </dgm:pt>
    <dgm:pt modelId="{8E2F1F18-C488-4BD4-BBBC-2750EEB72F7D}" type="pres">
      <dgm:prSet presAssocID="{F642F46C-8281-4C54-82AC-E9ED41DDA4A0}" presName="compNode" presStyleCnt="0"/>
      <dgm:spPr/>
    </dgm:pt>
    <dgm:pt modelId="{BDF0A433-48E6-4BF6-9008-076B35CE128B}" type="pres">
      <dgm:prSet presAssocID="{F642F46C-8281-4C54-82AC-E9ED41DDA4A0}" presName="bgRect" presStyleLbl="bgShp" presStyleIdx="3" presStyleCnt="5"/>
      <dgm:spPr/>
    </dgm:pt>
    <dgm:pt modelId="{F59E527A-ABC8-4FBE-82BC-7C749BA00E8A}" type="pres">
      <dgm:prSet presAssocID="{F642F46C-8281-4C54-82AC-E9ED41DDA4A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ammabile"/>
        </a:ext>
      </dgm:extLst>
    </dgm:pt>
    <dgm:pt modelId="{7A19F3DE-3892-4E86-A29D-6CD055D31D10}" type="pres">
      <dgm:prSet presAssocID="{F642F46C-8281-4C54-82AC-E9ED41DDA4A0}" presName="spaceRect" presStyleCnt="0"/>
      <dgm:spPr/>
    </dgm:pt>
    <dgm:pt modelId="{768ECB57-E9D9-4458-B980-25CB441BE22A}" type="pres">
      <dgm:prSet presAssocID="{F642F46C-8281-4C54-82AC-E9ED41DDA4A0}" presName="parTx" presStyleLbl="revTx" presStyleIdx="3" presStyleCnt="5">
        <dgm:presLayoutVars>
          <dgm:chMax val="0"/>
          <dgm:chPref val="0"/>
        </dgm:presLayoutVars>
      </dgm:prSet>
      <dgm:spPr/>
    </dgm:pt>
    <dgm:pt modelId="{89880198-0632-42AB-B775-BB9797506CB1}" type="pres">
      <dgm:prSet presAssocID="{FA030292-5AF5-493D-A8DF-BC3ED44954CB}" presName="sibTrans" presStyleCnt="0"/>
      <dgm:spPr/>
    </dgm:pt>
    <dgm:pt modelId="{F8EC787E-1410-4684-BF39-C39E6DE6B1CB}" type="pres">
      <dgm:prSet presAssocID="{4840F905-0C30-4B4B-8FDE-88427149C56E}" presName="compNode" presStyleCnt="0"/>
      <dgm:spPr/>
    </dgm:pt>
    <dgm:pt modelId="{CE41A7B3-E49D-49C4-BDC9-1915A9B370F1}" type="pres">
      <dgm:prSet presAssocID="{4840F905-0C30-4B4B-8FDE-88427149C56E}" presName="bgRect" presStyleLbl="bgShp" presStyleIdx="4" presStyleCnt="5"/>
      <dgm:spPr/>
    </dgm:pt>
    <dgm:pt modelId="{F29306EA-FB3E-4A08-962E-DBDB30C8DC43}" type="pres">
      <dgm:prSet presAssocID="{4840F905-0C30-4B4B-8FDE-88427149C5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F7E316C9-A393-460A-A002-F5CFD6A6350D}" type="pres">
      <dgm:prSet presAssocID="{4840F905-0C30-4B4B-8FDE-88427149C56E}" presName="spaceRect" presStyleCnt="0"/>
      <dgm:spPr/>
    </dgm:pt>
    <dgm:pt modelId="{3BF994D0-AC9A-47FB-AF0D-3FE495042F93}" type="pres">
      <dgm:prSet presAssocID="{4840F905-0C30-4B4B-8FDE-88427149C56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8AE4E3D-111C-1941-AE2A-FA9F761DAADB}" type="presOf" srcId="{D93D9D43-28EF-44F3-93EF-62111628ED42}" destId="{7D2C3016-E052-41A6-B529-7D85DC89286B}" srcOrd="0" destOrd="0" presId="urn:microsoft.com/office/officeart/2018/2/layout/IconVerticalSolidList"/>
    <dgm:cxn modelId="{4101F95F-79AB-4CB8-8023-494632F7B50F}" srcId="{DC9D2490-4F37-4CD0-9D8E-629122D81E1E}" destId="{F642F46C-8281-4C54-82AC-E9ED41DDA4A0}" srcOrd="3" destOrd="0" parTransId="{3E512B78-1020-4E69-AB2E-963274CB86C2}" sibTransId="{FA030292-5AF5-493D-A8DF-BC3ED44954CB}"/>
    <dgm:cxn modelId="{C20A8E61-4DF8-8546-9B2B-B343741868F8}" type="presOf" srcId="{76293504-0360-4C94-8E69-D5D2EF258E02}" destId="{7457CF3F-A065-4F1D-8555-9119E0606AA8}" srcOrd="0" destOrd="0" presId="urn:microsoft.com/office/officeart/2018/2/layout/IconVerticalSolidList"/>
    <dgm:cxn modelId="{C3D15C4D-6901-864C-9588-875DCAD71B9D}" type="presOf" srcId="{DC9D2490-4F37-4CD0-9D8E-629122D81E1E}" destId="{CC87EB3B-D54E-4B5A-9783-756F410311D9}" srcOrd="0" destOrd="0" presId="urn:microsoft.com/office/officeart/2018/2/layout/IconVerticalSolidList"/>
    <dgm:cxn modelId="{C9C8496D-EBA7-9941-AD81-EE8AC1BC0B94}" type="presOf" srcId="{3BE1BB27-16C8-4240-9AAB-D79F2F113390}" destId="{6C1B7665-FE9C-4E7A-A5E7-B79BD3CABC7B}" srcOrd="0" destOrd="0" presId="urn:microsoft.com/office/officeart/2018/2/layout/IconVerticalSolidList"/>
    <dgm:cxn modelId="{C0D5015A-F5A4-F54B-93A2-11EDE605825E}" type="presOf" srcId="{4840F905-0C30-4B4B-8FDE-88427149C56E}" destId="{3BF994D0-AC9A-47FB-AF0D-3FE495042F93}" srcOrd="0" destOrd="0" presId="urn:microsoft.com/office/officeart/2018/2/layout/IconVerticalSolidList"/>
    <dgm:cxn modelId="{6F53C492-980A-4D05-AA8A-92F4C376F970}" srcId="{DC9D2490-4F37-4CD0-9D8E-629122D81E1E}" destId="{76293504-0360-4C94-8E69-D5D2EF258E02}" srcOrd="1" destOrd="0" parTransId="{A4B96CA7-77CB-429C-8C68-D9B69B6D38C2}" sibTransId="{AB093798-B982-41A5-B2E6-96B53983BA23}"/>
    <dgm:cxn modelId="{378569A7-289D-C545-BBCF-67E227D44D55}" type="presOf" srcId="{F642F46C-8281-4C54-82AC-E9ED41DDA4A0}" destId="{768ECB57-E9D9-4458-B980-25CB441BE22A}" srcOrd="0" destOrd="0" presId="urn:microsoft.com/office/officeart/2018/2/layout/IconVerticalSolidList"/>
    <dgm:cxn modelId="{3797E9B3-D7BD-4694-AE8C-517C9321D2B6}" srcId="{DC9D2490-4F37-4CD0-9D8E-629122D81E1E}" destId="{4840F905-0C30-4B4B-8FDE-88427149C56E}" srcOrd="4" destOrd="0" parTransId="{F428BAFF-9A8A-496A-B87B-F48DFAD684C6}" sibTransId="{7E207319-08A3-4C0A-844A-96A112473A69}"/>
    <dgm:cxn modelId="{FFDEB9C2-B32A-48AD-AA75-8C1FB9C7607D}" srcId="{DC9D2490-4F37-4CD0-9D8E-629122D81E1E}" destId="{D93D9D43-28EF-44F3-93EF-62111628ED42}" srcOrd="0" destOrd="0" parTransId="{903C37C3-06B4-498E-9F6D-EC5C21D93679}" sibTransId="{15BAD547-328A-4B79-95E5-843804F69344}"/>
    <dgm:cxn modelId="{D33242EA-3006-464B-B853-AA4FF163F8E1}" srcId="{DC9D2490-4F37-4CD0-9D8E-629122D81E1E}" destId="{3BE1BB27-16C8-4240-9AAB-D79F2F113390}" srcOrd="2" destOrd="0" parTransId="{D8EF2988-00D5-4B43-B00D-AEF60748F560}" sibTransId="{ED0E5830-4EC2-4C07-BAE3-46E8B832B067}"/>
    <dgm:cxn modelId="{A3F4DADF-01F6-9B46-896A-231EC8F5983A}" type="presParOf" srcId="{CC87EB3B-D54E-4B5A-9783-756F410311D9}" destId="{0204A6DC-CFD5-49CB-ADCE-A34CE28A6390}" srcOrd="0" destOrd="0" presId="urn:microsoft.com/office/officeart/2018/2/layout/IconVerticalSolidList"/>
    <dgm:cxn modelId="{223DA852-5D58-304C-BB1D-5976419CEB44}" type="presParOf" srcId="{0204A6DC-CFD5-49CB-ADCE-A34CE28A6390}" destId="{E8C05DEA-E8B2-4696-A2AE-6C7EA3152CBA}" srcOrd="0" destOrd="0" presId="urn:microsoft.com/office/officeart/2018/2/layout/IconVerticalSolidList"/>
    <dgm:cxn modelId="{D2E9613D-3BE6-E24C-8AA6-17B84A5F4257}" type="presParOf" srcId="{0204A6DC-CFD5-49CB-ADCE-A34CE28A6390}" destId="{2C4A5FBB-5ABC-4E27-94D7-C48843CAD2A3}" srcOrd="1" destOrd="0" presId="urn:microsoft.com/office/officeart/2018/2/layout/IconVerticalSolidList"/>
    <dgm:cxn modelId="{05640BEC-29EA-AF42-A3A5-8143D3E8786D}" type="presParOf" srcId="{0204A6DC-CFD5-49CB-ADCE-A34CE28A6390}" destId="{61F47DEB-B0E0-4F26-AD99-E1F63594CF06}" srcOrd="2" destOrd="0" presId="urn:microsoft.com/office/officeart/2018/2/layout/IconVerticalSolidList"/>
    <dgm:cxn modelId="{BD1B7076-8A54-0049-8233-FEA0AF9FA0B2}" type="presParOf" srcId="{0204A6DC-CFD5-49CB-ADCE-A34CE28A6390}" destId="{7D2C3016-E052-41A6-B529-7D85DC89286B}" srcOrd="3" destOrd="0" presId="urn:microsoft.com/office/officeart/2018/2/layout/IconVerticalSolidList"/>
    <dgm:cxn modelId="{C0527F3D-3497-E444-AAD3-E28759FE0670}" type="presParOf" srcId="{CC87EB3B-D54E-4B5A-9783-756F410311D9}" destId="{37375275-A19F-45DD-84E8-2898423214A9}" srcOrd="1" destOrd="0" presId="urn:microsoft.com/office/officeart/2018/2/layout/IconVerticalSolidList"/>
    <dgm:cxn modelId="{6913CAA0-9CFF-D94B-9039-E933E5EEE37D}" type="presParOf" srcId="{CC87EB3B-D54E-4B5A-9783-756F410311D9}" destId="{C2A5B586-46F0-4DDA-AB0A-A663AACC911A}" srcOrd="2" destOrd="0" presId="urn:microsoft.com/office/officeart/2018/2/layout/IconVerticalSolidList"/>
    <dgm:cxn modelId="{324DDB56-4CED-4949-B28B-31FB2E646FC8}" type="presParOf" srcId="{C2A5B586-46F0-4DDA-AB0A-A663AACC911A}" destId="{19953CCF-3154-4FB7-9262-8DDF47A95FD5}" srcOrd="0" destOrd="0" presId="urn:microsoft.com/office/officeart/2018/2/layout/IconVerticalSolidList"/>
    <dgm:cxn modelId="{3295620F-1998-A048-8EF6-73335E881AC5}" type="presParOf" srcId="{C2A5B586-46F0-4DDA-AB0A-A663AACC911A}" destId="{0CC185C3-1131-4674-8622-D8FB1585FC0E}" srcOrd="1" destOrd="0" presId="urn:microsoft.com/office/officeart/2018/2/layout/IconVerticalSolidList"/>
    <dgm:cxn modelId="{69614DFD-854F-5A4A-B823-BF58D01AC514}" type="presParOf" srcId="{C2A5B586-46F0-4DDA-AB0A-A663AACC911A}" destId="{C8217178-8E5A-49E0-8FFD-34FAB5504696}" srcOrd="2" destOrd="0" presId="urn:microsoft.com/office/officeart/2018/2/layout/IconVerticalSolidList"/>
    <dgm:cxn modelId="{06AAE7D5-FCAE-6D4C-AC63-B8C6816A3505}" type="presParOf" srcId="{C2A5B586-46F0-4DDA-AB0A-A663AACC911A}" destId="{7457CF3F-A065-4F1D-8555-9119E0606AA8}" srcOrd="3" destOrd="0" presId="urn:microsoft.com/office/officeart/2018/2/layout/IconVerticalSolidList"/>
    <dgm:cxn modelId="{622BB602-41E1-E54F-9D6B-4D8E6C429ACB}" type="presParOf" srcId="{CC87EB3B-D54E-4B5A-9783-756F410311D9}" destId="{43083CA8-E628-463F-9562-447915465613}" srcOrd="3" destOrd="0" presId="urn:microsoft.com/office/officeart/2018/2/layout/IconVerticalSolidList"/>
    <dgm:cxn modelId="{F10C7578-1412-9644-9E4E-7B9030F74B24}" type="presParOf" srcId="{CC87EB3B-D54E-4B5A-9783-756F410311D9}" destId="{234D4A3F-0C75-4822-A691-04E2ABECC699}" srcOrd="4" destOrd="0" presId="urn:microsoft.com/office/officeart/2018/2/layout/IconVerticalSolidList"/>
    <dgm:cxn modelId="{DB660AA2-7ED0-CC42-9C2C-481441D010E2}" type="presParOf" srcId="{234D4A3F-0C75-4822-A691-04E2ABECC699}" destId="{D89651FB-3C7B-449F-8E6C-847D0D36910C}" srcOrd="0" destOrd="0" presId="urn:microsoft.com/office/officeart/2018/2/layout/IconVerticalSolidList"/>
    <dgm:cxn modelId="{3A2DE286-6C61-244D-8D04-3839EB36DD6E}" type="presParOf" srcId="{234D4A3F-0C75-4822-A691-04E2ABECC699}" destId="{5FFB4FB4-8162-493F-BC50-D2D8957847A6}" srcOrd="1" destOrd="0" presId="urn:microsoft.com/office/officeart/2018/2/layout/IconVerticalSolidList"/>
    <dgm:cxn modelId="{E31EA525-A1E2-C84C-AE0E-4C324D4880E1}" type="presParOf" srcId="{234D4A3F-0C75-4822-A691-04E2ABECC699}" destId="{93654508-043D-42C9-A3FB-B79595CB656B}" srcOrd="2" destOrd="0" presId="urn:microsoft.com/office/officeart/2018/2/layout/IconVerticalSolidList"/>
    <dgm:cxn modelId="{C6404A4F-3627-0B46-B90C-0BFC3B0D0872}" type="presParOf" srcId="{234D4A3F-0C75-4822-A691-04E2ABECC699}" destId="{6C1B7665-FE9C-4E7A-A5E7-B79BD3CABC7B}" srcOrd="3" destOrd="0" presId="urn:microsoft.com/office/officeart/2018/2/layout/IconVerticalSolidList"/>
    <dgm:cxn modelId="{B1FFD7FF-285B-264D-862E-B668884DBA82}" type="presParOf" srcId="{CC87EB3B-D54E-4B5A-9783-756F410311D9}" destId="{EB300821-7D35-4E17-A7CF-48F0CBC78C6F}" srcOrd="5" destOrd="0" presId="urn:microsoft.com/office/officeart/2018/2/layout/IconVerticalSolidList"/>
    <dgm:cxn modelId="{F424926E-B2A2-AF41-ADBF-5BB72D9E9D15}" type="presParOf" srcId="{CC87EB3B-D54E-4B5A-9783-756F410311D9}" destId="{8E2F1F18-C488-4BD4-BBBC-2750EEB72F7D}" srcOrd="6" destOrd="0" presId="urn:microsoft.com/office/officeart/2018/2/layout/IconVerticalSolidList"/>
    <dgm:cxn modelId="{72F79713-41AC-484C-B92D-3C0E39176625}" type="presParOf" srcId="{8E2F1F18-C488-4BD4-BBBC-2750EEB72F7D}" destId="{BDF0A433-48E6-4BF6-9008-076B35CE128B}" srcOrd="0" destOrd="0" presId="urn:microsoft.com/office/officeart/2018/2/layout/IconVerticalSolidList"/>
    <dgm:cxn modelId="{DDB9AE51-C58D-994D-B3B3-DD9AF64B4202}" type="presParOf" srcId="{8E2F1F18-C488-4BD4-BBBC-2750EEB72F7D}" destId="{F59E527A-ABC8-4FBE-82BC-7C749BA00E8A}" srcOrd="1" destOrd="0" presId="urn:microsoft.com/office/officeart/2018/2/layout/IconVerticalSolidList"/>
    <dgm:cxn modelId="{F7A42794-95A5-DA4C-9C45-3B1D5A64742E}" type="presParOf" srcId="{8E2F1F18-C488-4BD4-BBBC-2750EEB72F7D}" destId="{7A19F3DE-3892-4E86-A29D-6CD055D31D10}" srcOrd="2" destOrd="0" presId="urn:microsoft.com/office/officeart/2018/2/layout/IconVerticalSolidList"/>
    <dgm:cxn modelId="{C1B561CC-2EE3-6045-A031-8EA4704C56AC}" type="presParOf" srcId="{8E2F1F18-C488-4BD4-BBBC-2750EEB72F7D}" destId="{768ECB57-E9D9-4458-B980-25CB441BE22A}" srcOrd="3" destOrd="0" presId="urn:microsoft.com/office/officeart/2018/2/layout/IconVerticalSolidList"/>
    <dgm:cxn modelId="{55AF7E68-7DFE-E44D-B73E-FF93C1532CFF}" type="presParOf" srcId="{CC87EB3B-D54E-4B5A-9783-756F410311D9}" destId="{89880198-0632-42AB-B775-BB9797506CB1}" srcOrd="7" destOrd="0" presId="urn:microsoft.com/office/officeart/2018/2/layout/IconVerticalSolidList"/>
    <dgm:cxn modelId="{4484ABE4-DBB3-9541-8A29-47587FEBF91A}" type="presParOf" srcId="{CC87EB3B-D54E-4B5A-9783-756F410311D9}" destId="{F8EC787E-1410-4684-BF39-C39E6DE6B1CB}" srcOrd="8" destOrd="0" presId="urn:microsoft.com/office/officeart/2018/2/layout/IconVerticalSolidList"/>
    <dgm:cxn modelId="{6ACE32BF-BC2D-E44B-A350-117069780DB6}" type="presParOf" srcId="{F8EC787E-1410-4684-BF39-C39E6DE6B1CB}" destId="{CE41A7B3-E49D-49C4-BDC9-1915A9B370F1}" srcOrd="0" destOrd="0" presId="urn:microsoft.com/office/officeart/2018/2/layout/IconVerticalSolidList"/>
    <dgm:cxn modelId="{3C551E7D-D2F6-AE46-8C4B-7204E517EDAB}" type="presParOf" srcId="{F8EC787E-1410-4684-BF39-C39E6DE6B1CB}" destId="{F29306EA-FB3E-4A08-962E-DBDB30C8DC43}" srcOrd="1" destOrd="0" presId="urn:microsoft.com/office/officeart/2018/2/layout/IconVerticalSolidList"/>
    <dgm:cxn modelId="{B4A0313D-ACEA-C545-91EA-6B03BEB3B7D5}" type="presParOf" srcId="{F8EC787E-1410-4684-BF39-C39E6DE6B1CB}" destId="{F7E316C9-A393-460A-A002-F5CFD6A6350D}" srcOrd="2" destOrd="0" presId="urn:microsoft.com/office/officeart/2018/2/layout/IconVerticalSolidList"/>
    <dgm:cxn modelId="{B1A7D814-0DEB-7248-8439-E7D50463CADF}" type="presParOf" srcId="{F8EC787E-1410-4684-BF39-C39E6DE6B1CB}" destId="{3BF994D0-AC9A-47FB-AF0D-3FE495042F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F85C31-89B3-43CD-A3AD-660961E521C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0D5C328-5D98-4E65-AB6D-0DEC191167DA}">
      <dgm:prSet/>
      <dgm:spPr>
        <a:solidFill>
          <a:schemeClr val="accent1">
            <a:hueOff val="0"/>
            <a:satOff val="0"/>
            <a:lumOff val="0"/>
            <a:alpha val="65780"/>
          </a:schemeClr>
        </a:solidFill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5-fold Cross-Validation: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Employed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for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robust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model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evaluation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and to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ensure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generalization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ability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54083A-0290-48F7-ABEE-9153FFD32BB1}" type="parTrans" cxnId="{F2DAC8AE-AD90-4C78-A190-063CA9964E8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A6ADB5-6BFF-4F1C-8C9C-604B44A54243}" type="sibTrans" cxnId="{F2DAC8AE-AD90-4C78-A190-063CA9964E8A}">
      <dgm:prSet/>
      <dgm:spPr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DC92DF-6487-427B-8267-03F0AAE48359}">
      <dgm:prSet/>
      <dgm:spPr>
        <a:solidFill>
          <a:schemeClr val="accent1">
            <a:hueOff val="0"/>
            <a:satOff val="0"/>
            <a:lumOff val="0"/>
            <a:alpha val="79000"/>
          </a:schemeClr>
        </a:solidFill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pPr algn="ctr"/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Augmentation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algn="l"/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On-the-</a:t>
          </a:r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fly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,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applied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during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training to increase data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variability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enhance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generalization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optimize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storage.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6A3971-D78E-45D4-A6BA-1BCC5ACD095C}" type="parTrans" cxnId="{F8886D3F-2FB1-4FCA-938F-ACB17D8271C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46D9BA-971B-47FE-8DD8-49B7BFF0BA57}" type="sibTrans" cxnId="{F8886D3F-2FB1-4FCA-938F-ACB17D8271C4}">
      <dgm:prSet/>
      <dgm:spPr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6A25A7-FE64-44E6-806C-71468DC54403}">
      <dgm:prSet/>
      <dgm:spPr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pPr algn="ctr"/>
          <a:r>
            <a:rPr lang="it-IT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Optimizer</a:t>
          </a: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algn="l"/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 Adam,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used with an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initial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learning rate of 0.001 for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efficient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effective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convergence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02F07A-0C08-4962-AEA1-AF319688ABC7}" type="parTrans" cxnId="{72E2B95B-AD7A-444A-83C8-151E9484AF7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8C45CB-1FA7-4A30-9A11-CE82D6AA9B70}" type="sibTrans" cxnId="{72E2B95B-AD7A-444A-83C8-151E9484AF7F}">
      <dgm:prSet/>
      <dgm:spPr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E5E3A4-7EBD-4284-AA02-BCECBCBA8A89}">
      <dgm:prSet custT="1"/>
      <dgm:spPr>
        <a:solidFill>
          <a:schemeClr val="accent1">
            <a:hueOff val="0"/>
            <a:satOff val="0"/>
            <a:lumOff val="0"/>
            <a:alpha val="86726"/>
          </a:schemeClr>
        </a:solidFill>
        <a:ln w="12700"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pPr algn="ctr"/>
          <a:r>
            <a:rPr lang="it-IT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Loss Function</a:t>
          </a:r>
          <a:r>
            <a:rPr lang="it-IT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algn="l"/>
          <a:r>
            <a:rPr lang="it-IT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Combined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loss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of</a:t>
          </a:r>
        </a:p>
        <a:p>
          <a:pPr algn="ctr"/>
          <a:r>
            <a:rPr lang="it-IT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0.7 × Dice Loss + 0.3 × </a:t>
          </a:r>
          <a:r>
            <a:rPr lang="it-IT" sz="18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Focal</a:t>
          </a:r>
          <a:r>
            <a:rPr lang="it-IT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 Loss</a:t>
          </a:r>
        </a:p>
        <a:p>
          <a:pPr algn="ctr"/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(with </a:t>
          </a:r>
          <a:r>
            <a:rPr lang="el-G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γ=2.0 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for </a:t>
          </a:r>
          <a:r>
            <a:rPr lang="it-IT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Focal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Loss). </a:t>
          </a:r>
        </a:p>
      </dgm:t>
    </dgm:pt>
    <dgm:pt modelId="{273E5068-B6BD-456C-99A3-BE2922D6637A}" type="parTrans" cxnId="{931A71EA-12C8-4F3F-A77D-1FEB99C6929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B70D2C-D245-4570-B495-643180E39C9A}" type="sibTrans" cxnId="{931A71EA-12C8-4F3F-A77D-1FEB99C6929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A34E83-9A07-014D-BFE8-1A37629DA3C8}" type="pres">
      <dgm:prSet presAssocID="{F5F85C31-89B3-43CD-A3AD-660961E521C8}" presName="Name0" presStyleCnt="0">
        <dgm:presLayoutVars>
          <dgm:dir/>
          <dgm:resizeHandles val="exact"/>
        </dgm:presLayoutVars>
      </dgm:prSet>
      <dgm:spPr/>
    </dgm:pt>
    <dgm:pt modelId="{A388C89C-E98C-714D-804D-5C3AE55FDFF3}" type="pres">
      <dgm:prSet presAssocID="{30D5C328-5D98-4E65-AB6D-0DEC191167DA}" presName="node" presStyleLbl="node1" presStyleIdx="0" presStyleCnt="4">
        <dgm:presLayoutVars>
          <dgm:bulletEnabled val="1"/>
        </dgm:presLayoutVars>
      </dgm:prSet>
      <dgm:spPr/>
    </dgm:pt>
    <dgm:pt modelId="{0D4C6765-8296-184A-B72F-E71E71CD1D01}" type="pres">
      <dgm:prSet presAssocID="{92A6ADB5-6BFF-4F1C-8C9C-604B44A54243}" presName="sibTrans" presStyleLbl="sibTrans1D1" presStyleIdx="0" presStyleCnt="3"/>
      <dgm:spPr/>
    </dgm:pt>
    <dgm:pt modelId="{E1E7BA0B-B21C-A344-9033-49012B28871E}" type="pres">
      <dgm:prSet presAssocID="{92A6ADB5-6BFF-4F1C-8C9C-604B44A54243}" presName="connectorText" presStyleLbl="sibTrans1D1" presStyleIdx="0" presStyleCnt="3"/>
      <dgm:spPr/>
    </dgm:pt>
    <dgm:pt modelId="{E656D874-538F-7541-B8B5-CA37BED1A3F2}" type="pres">
      <dgm:prSet presAssocID="{EADC92DF-6487-427B-8267-03F0AAE48359}" presName="node" presStyleLbl="node1" presStyleIdx="1" presStyleCnt="4">
        <dgm:presLayoutVars>
          <dgm:bulletEnabled val="1"/>
        </dgm:presLayoutVars>
      </dgm:prSet>
      <dgm:spPr/>
    </dgm:pt>
    <dgm:pt modelId="{E0F103DB-CBE8-5F48-831F-A095A6E8C113}" type="pres">
      <dgm:prSet presAssocID="{7346D9BA-971B-47FE-8DD8-49B7BFF0BA57}" presName="sibTrans" presStyleLbl="sibTrans1D1" presStyleIdx="1" presStyleCnt="3"/>
      <dgm:spPr/>
    </dgm:pt>
    <dgm:pt modelId="{FAC865CE-53EE-0444-85D9-85DD2163CE4B}" type="pres">
      <dgm:prSet presAssocID="{7346D9BA-971B-47FE-8DD8-49B7BFF0BA57}" presName="connectorText" presStyleLbl="sibTrans1D1" presStyleIdx="1" presStyleCnt="3"/>
      <dgm:spPr/>
    </dgm:pt>
    <dgm:pt modelId="{F449EFDF-8790-C34B-B4CE-6F499D11FA64}" type="pres">
      <dgm:prSet presAssocID="{E36A25A7-FE64-44E6-806C-71468DC54403}" presName="node" presStyleLbl="node1" presStyleIdx="2" presStyleCnt="4">
        <dgm:presLayoutVars>
          <dgm:bulletEnabled val="1"/>
        </dgm:presLayoutVars>
      </dgm:prSet>
      <dgm:spPr/>
    </dgm:pt>
    <dgm:pt modelId="{86167B0C-2EE4-CE41-9C62-A66374DC2B88}" type="pres">
      <dgm:prSet presAssocID="{288C45CB-1FA7-4A30-9A11-CE82D6AA9B70}" presName="sibTrans" presStyleLbl="sibTrans1D1" presStyleIdx="2" presStyleCnt="3"/>
      <dgm:spPr/>
    </dgm:pt>
    <dgm:pt modelId="{C908C34F-E959-074B-BCA2-8E6E4B6F1C88}" type="pres">
      <dgm:prSet presAssocID="{288C45CB-1FA7-4A30-9A11-CE82D6AA9B70}" presName="connectorText" presStyleLbl="sibTrans1D1" presStyleIdx="2" presStyleCnt="3"/>
      <dgm:spPr/>
    </dgm:pt>
    <dgm:pt modelId="{2F907516-55B7-764D-8AD7-997BC4FD6FF2}" type="pres">
      <dgm:prSet presAssocID="{37E5E3A4-7EBD-4284-AA02-BCECBCBA8A89}" presName="node" presStyleLbl="node1" presStyleIdx="3" presStyleCnt="4" custScaleX="119631" custLinFactNeighborX="0" custLinFactNeighborY="3166">
        <dgm:presLayoutVars>
          <dgm:bulletEnabled val="1"/>
        </dgm:presLayoutVars>
      </dgm:prSet>
      <dgm:spPr/>
    </dgm:pt>
  </dgm:ptLst>
  <dgm:cxnLst>
    <dgm:cxn modelId="{D623B929-4168-8A4D-9A76-34D86454CED4}" type="presOf" srcId="{288C45CB-1FA7-4A30-9A11-CE82D6AA9B70}" destId="{C908C34F-E959-074B-BCA2-8E6E4B6F1C88}" srcOrd="1" destOrd="0" presId="urn:microsoft.com/office/officeart/2016/7/layout/RepeatingBendingProcessNew"/>
    <dgm:cxn modelId="{3B912D30-32AB-9C42-9778-130B538A86CD}" type="presOf" srcId="{E36A25A7-FE64-44E6-806C-71468DC54403}" destId="{F449EFDF-8790-C34B-B4CE-6F499D11FA64}" srcOrd="0" destOrd="0" presId="urn:microsoft.com/office/officeart/2016/7/layout/RepeatingBendingProcessNew"/>
    <dgm:cxn modelId="{8B666738-6566-B748-83E5-27F74A9EDFA4}" type="presOf" srcId="{92A6ADB5-6BFF-4F1C-8C9C-604B44A54243}" destId="{0D4C6765-8296-184A-B72F-E71E71CD1D01}" srcOrd="0" destOrd="0" presId="urn:microsoft.com/office/officeart/2016/7/layout/RepeatingBendingProcessNew"/>
    <dgm:cxn modelId="{F8886D3F-2FB1-4FCA-938F-ACB17D8271C4}" srcId="{F5F85C31-89B3-43CD-A3AD-660961E521C8}" destId="{EADC92DF-6487-427B-8267-03F0AAE48359}" srcOrd="1" destOrd="0" parTransId="{756A3971-D78E-45D4-A6BA-1BCC5ACD095C}" sibTransId="{7346D9BA-971B-47FE-8DD8-49B7BFF0BA57}"/>
    <dgm:cxn modelId="{72E2B95B-AD7A-444A-83C8-151E9484AF7F}" srcId="{F5F85C31-89B3-43CD-A3AD-660961E521C8}" destId="{E36A25A7-FE64-44E6-806C-71468DC54403}" srcOrd="2" destOrd="0" parTransId="{6F02F07A-0C08-4962-AEA1-AF319688ABC7}" sibTransId="{288C45CB-1FA7-4A30-9A11-CE82D6AA9B70}"/>
    <dgm:cxn modelId="{931B7644-C5F6-1641-B29A-F7E56B52B90B}" type="presOf" srcId="{EADC92DF-6487-427B-8267-03F0AAE48359}" destId="{E656D874-538F-7541-B8B5-CA37BED1A3F2}" srcOrd="0" destOrd="0" presId="urn:microsoft.com/office/officeart/2016/7/layout/RepeatingBendingProcessNew"/>
    <dgm:cxn modelId="{A0B7B864-B5BD-AF48-A244-4DFEA4758996}" type="presOf" srcId="{7346D9BA-971B-47FE-8DD8-49B7BFF0BA57}" destId="{FAC865CE-53EE-0444-85D9-85DD2163CE4B}" srcOrd="1" destOrd="0" presId="urn:microsoft.com/office/officeart/2016/7/layout/RepeatingBendingProcessNew"/>
    <dgm:cxn modelId="{8D94F883-31B5-FE4D-9BDB-A9C1A471C32A}" type="presOf" srcId="{92A6ADB5-6BFF-4F1C-8C9C-604B44A54243}" destId="{E1E7BA0B-B21C-A344-9033-49012B28871E}" srcOrd="1" destOrd="0" presId="urn:microsoft.com/office/officeart/2016/7/layout/RepeatingBendingProcessNew"/>
    <dgm:cxn modelId="{D55B5988-E3BC-804A-8762-06614F9E900C}" type="presOf" srcId="{37E5E3A4-7EBD-4284-AA02-BCECBCBA8A89}" destId="{2F907516-55B7-764D-8AD7-997BC4FD6FF2}" srcOrd="0" destOrd="0" presId="urn:microsoft.com/office/officeart/2016/7/layout/RepeatingBendingProcessNew"/>
    <dgm:cxn modelId="{C4B0D69D-DB44-734E-82DC-6A04DEDDED04}" type="presOf" srcId="{30D5C328-5D98-4E65-AB6D-0DEC191167DA}" destId="{A388C89C-E98C-714D-804D-5C3AE55FDFF3}" srcOrd="0" destOrd="0" presId="urn:microsoft.com/office/officeart/2016/7/layout/RepeatingBendingProcessNew"/>
    <dgm:cxn modelId="{F2DAC8AE-AD90-4C78-A190-063CA9964E8A}" srcId="{F5F85C31-89B3-43CD-A3AD-660961E521C8}" destId="{30D5C328-5D98-4E65-AB6D-0DEC191167DA}" srcOrd="0" destOrd="0" parTransId="{7D54083A-0290-48F7-ABEE-9153FFD32BB1}" sibTransId="{92A6ADB5-6BFF-4F1C-8C9C-604B44A54243}"/>
    <dgm:cxn modelId="{A82FE4C9-AF3A-A546-BC0C-36D90BF0392F}" type="presOf" srcId="{F5F85C31-89B3-43CD-A3AD-660961E521C8}" destId="{CBA34E83-9A07-014D-BFE8-1A37629DA3C8}" srcOrd="0" destOrd="0" presId="urn:microsoft.com/office/officeart/2016/7/layout/RepeatingBendingProcessNew"/>
    <dgm:cxn modelId="{FA1077D8-2EBF-FA44-97C9-69C15314E74D}" type="presOf" srcId="{7346D9BA-971B-47FE-8DD8-49B7BFF0BA57}" destId="{E0F103DB-CBE8-5F48-831F-A095A6E8C113}" srcOrd="0" destOrd="0" presId="urn:microsoft.com/office/officeart/2016/7/layout/RepeatingBendingProcessNew"/>
    <dgm:cxn modelId="{D3C231E1-F521-AD42-9B81-3FCB8B2C1BAD}" type="presOf" srcId="{288C45CB-1FA7-4A30-9A11-CE82D6AA9B70}" destId="{86167B0C-2EE4-CE41-9C62-A66374DC2B88}" srcOrd="0" destOrd="0" presId="urn:microsoft.com/office/officeart/2016/7/layout/RepeatingBendingProcessNew"/>
    <dgm:cxn modelId="{931A71EA-12C8-4F3F-A77D-1FEB99C69299}" srcId="{F5F85C31-89B3-43CD-A3AD-660961E521C8}" destId="{37E5E3A4-7EBD-4284-AA02-BCECBCBA8A89}" srcOrd="3" destOrd="0" parTransId="{273E5068-B6BD-456C-99A3-BE2922D6637A}" sibTransId="{38B70D2C-D245-4570-B495-643180E39C9A}"/>
    <dgm:cxn modelId="{C0621B64-756F-6940-A804-ED3D480359F4}" type="presParOf" srcId="{CBA34E83-9A07-014D-BFE8-1A37629DA3C8}" destId="{A388C89C-E98C-714D-804D-5C3AE55FDFF3}" srcOrd="0" destOrd="0" presId="urn:microsoft.com/office/officeart/2016/7/layout/RepeatingBendingProcessNew"/>
    <dgm:cxn modelId="{B32C5D4E-078F-924C-A5AB-DB0CD83B1EE0}" type="presParOf" srcId="{CBA34E83-9A07-014D-BFE8-1A37629DA3C8}" destId="{0D4C6765-8296-184A-B72F-E71E71CD1D01}" srcOrd="1" destOrd="0" presId="urn:microsoft.com/office/officeart/2016/7/layout/RepeatingBendingProcessNew"/>
    <dgm:cxn modelId="{9AC983B4-B008-874A-8936-AC245486D8DE}" type="presParOf" srcId="{0D4C6765-8296-184A-B72F-E71E71CD1D01}" destId="{E1E7BA0B-B21C-A344-9033-49012B28871E}" srcOrd="0" destOrd="0" presId="urn:microsoft.com/office/officeart/2016/7/layout/RepeatingBendingProcessNew"/>
    <dgm:cxn modelId="{A4DF8062-9E1F-0344-9DE5-914959C69D43}" type="presParOf" srcId="{CBA34E83-9A07-014D-BFE8-1A37629DA3C8}" destId="{E656D874-538F-7541-B8B5-CA37BED1A3F2}" srcOrd="2" destOrd="0" presId="urn:microsoft.com/office/officeart/2016/7/layout/RepeatingBendingProcessNew"/>
    <dgm:cxn modelId="{5EBAB7E5-EF84-F441-83F0-1BA44BAF6CB5}" type="presParOf" srcId="{CBA34E83-9A07-014D-BFE8-1A37629DA3C8}" destId="{E0F103DB-CBE8-5F48-831F-A095A6E8C113}" srcOrd="3" destOrd="0" presId="urn:microsoft.com/office/officeart/2016/7/layout/RepeatingBendingProcessNew"/>
    <dgm:cxn modelId="{43A00180-0568-A648-B679-EAA626A59E7E}" type="presParOf" srcId="{E0F103DB-CBE8-5F48-831F-A095A6E8C113}" destId="{FAC865CE-53EE-0444-85D9-85DD2163CE4B}" srcOrd="0" destOrd="0" presId="urn:microsoft.com/office/officeart/2016/7/layout/RepeatingBendingProcessNew"/>
    <dgm:cxn modelId="{2C21180C-7A8E-024E-AF64-45207B4081C4}" type="presParOf" srcId="{CBA34E83-9A07-014D-BFE8-1A37629DA3C8}" destId="{F449EFDF-8790-C34B-B4CE-6F499D11FA64}" srcOrd="4" destOrd="0" presId="urn:microsoft.com/office/officeart/2016/7/layout/RepeatingBendingProcessNew"/>
    <dgm:cxn modelId="{2A1BEF17-AEE5-D84D-8269-47FD6CE095AA}" type="presParOf" srcId="{CBA34E83-9A07-014D-BFE8-1A37629DA3C8}" destId="{86167B0C-2EE4-CE41-9C62-A66374DC2B88}" srcOrd="5" destOrd="0" presId="urn:microsoft.com/office/officeart/2016/7/layout/RepeatingBendingProcessNew"/>
    <dgm:cxn modelId="{BCBC61EF-6D57-C948-A2DE-429F2593B759}" type="presParOf" srcId="{86167B0C-2EE4-CE41-9C62-A66374DC2B88}" destId="{C908C34F-E959-074B-BCA2-8E6E4B6F1C88}" srcOrd="0" destOrd="0" presId="urn:microsoft.com/office/officeart/2016/7/layout/RepeatingBendingProcessNew"/>
    <dgm:cxn modelId="{95EC5465-823F-6049-A60E-309A684E9BA5}" type="presParOf" srcId="{CBA34E83-9A07-014D-BFE8-1A37629DA3C8}" destId="{2F907516-55B7-764D-8AD7-997BC4FD6FF2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5E173-5DE9-2C44-AFA9-228534F71DB2}">
      <dsp:nvSpPr>
        <dsp:cNvPr id="0" name=""/>
        <dsp:cNvSpPr/>
      </dsp:nvSpPr>
      <dsp:spPr>
        <a:xfrm>
          <a:off x="0" y="163268"/>
          <a:ext cx="5181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77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Perform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semantic </a:t>
          </a: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segmentation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on RGB images;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22667"/>
        <a:ext cx="5062802" cy="1098002"/>
      </dsp:txXfrm>
    </dsp:sp>
    <dsp:sp modelId="{5FE02C81-3D8A-CC45-8E5A-1FDE6712DA09}">
      <dsp:nvSpPr>
        <dsp:cNvPr id="0" name=""/>
        <dsp:cNvSpPr/>
      </dsp:nvSpPr>
      <dsp:spPr>
        <a:xfrm>
          <a:off x="0" y="1567269"/>
          <a:ext cx="5181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77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Classify </a:t>
          </a: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each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pixel into 9 semantic </a:t>
          </a: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categories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;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1626668"/>
        <a:ext cx="5062802" cy="1098002"/>
      </dsp:txXfrm>
    </dsp:sp>
    <dsp:sp modelId="{B98FD864-C2EC-304D-B89A-FD980B7AB8AE}">
      <dsp:nvSpPr>
        <dsp:cNvPr id="0" name=""/>
        <dsp:cNvSpPr/>
      </dsp:nvSpPr>
      <dsp:spPr>
        <a:xfrm>
          <a:off x="0" y="2971269"/>
          <a:ext cx="5181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77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Ensure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real-time </a:t>
          </a: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inference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on </a:t>
          </a:r>
          <a:r>
            <a:rPr lang="it-IT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resource-constrained</a:t>
          </a:r>
          <a:r>
            <a:rPr lang="it-IT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devices;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3030668"/>
        <a:ext cx="5062802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8BC16-A0FE-1C4B-9A14-8109E6F69569}">
      <dsp:nvSpPr>
        <dsp:cNvPr id="0" name=""/>
        <dsp:cNvSpPr/>
      </dsp:nvSpPr>
      <dsp:spPr>
        <a:xfrm>
          <a:off x="427484" y="1501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/>
            <a:t>Functional Requirements</a:t>
          </a:r>
          <a:endParaRPr lang="en-US" sz="2000" kern="1200" dirty="0"/>
        </a:p>
      </dsp:txBody>
      <dsp:txXfrm>
        <a:off x="427484" y="1501"/>
        <a:ext cx="2307808" cy="1384685"/>
      </dsp:txXfrm>
    </dsp:sp>
    <dsp:sp modelId="{6013EF79-C47D-C740-95E4-8CFCE87509C9}">
      <dsp:nvSpPr>
        <dsp:cNvPr id="0" name=""/>
        <dsp:cNvSpPr/>
      </dsp:nvSpPr>
      <dsp:spPr>
        <a:xfrm>
          <a:off x="2966073" y="1501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The system must </a:t>
          </a:r>
          <a:r>
            <a:rPr lang="it-IT" sz="1600" kern="1200" dirty="0" err="1"/>
            <a:t>perform</a:t>
          </a:r>
          <a:r>
            <a:rPr lang="it-IT" sz="1600" kern="1200" dirty="0"/>
            <a:t> semantic </a:t>
          </a:r>
          <a:r>
            <a:rPr lang="it-IT" sz="1600" kern="1200" dirty="0" err="1"/>
            <a:t>segmentation</a:t>
          </a:r>
          <a:r>
            <a:rPr lang="it-IT" sz="1600" kern="1200" dirty="0"/>
            <a:t> on RGB images.</a:t>
          </a:r>
          <a:endParaRPr lang="en-US" sz="1600" kern="1200" dirty="0"/>
        </a:p>
      </dsp:txBody>
      <dsp:txXfrm>
        <a:off x="2966073" y="1501"/>
        <a:ext cx="2307808" cy="1384685"/>
      </dsp:txXfrm>
    </dsp:sp>
    <dsp:sp modelId="{6FD5140B-01D5-AA44-A172-914553D008C3}">
      <dsp:nvSpPr>
        <dsp:cNvPr id="0" name=""/>
        <dsp:cNvSpPr/>
      </dsp:nvSpPr>
      <dsp:spPr>
        <a:xfrm>
          <a:off x="5504662" y="1501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Each</a:t>
          </a:r>
          <a:r>
            <a:rPr lang="it-IT" sz="1600" kern="1200" dirty="0"/>
            <a:t> pixel must be classified into one of 9 </a:t>
          </a:r>
          <a:r>
            <a:rPr lang="it-IT" sz="1600" kern="1200" dirty="0" err="1"/>
            <a:t>predefined</a:t>
          </a:r>
          <a:r>
            <a:rPr lang="it-IT" sz="1600" kern="1200" dirty="0"/>
            <a:t> semantic classes.</a:t>
          </a:r>
          <a:endParaRPr lang="en-US" sz="1600" kern="1200" dirty="0"/>
        </a:p>
      </dsp:txBody>
      <dsp:txXfrm>
        <a:off x="5504662" y="1501"/>
        <a:ext cx="2307808" cy="1384685"/>
      </dsp:txXfrm>
    </dsp:sp>
    <dsp:sp modelId="{40780B7C-DB24-B14B-A3ED-595F8147C1DD}">
      <dsp:nvSpPr>
        <dsp:cNvPr id="0" name=""/>
        <dsp:cNvSpPr/>
      </dsp:nvSpPr>
      <dsp:spPr>
        <a:xfrm>
          <a:off x="8043251" y="1501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The output must be a </a:t>
          </a:r>
          <a:r>
            <a:rPr lang="it-IT" sz="1600" kern="1200" dirty="0" err="1"/>
            <a:t>segmentation</a:t>
          </a:r>
          <a:r>
            <a:rPr lang="it-IT" sz="1600" kern="1200" dirty="0"/>
            <a:t> mask with </a:t>
          </a:r>
          <a:r>
            <a:rPr lang="it-IT" sz="1600" kern="1200" dirty="0" err="1"/>
            <a:t>integer</a:t>
          </a:r>
          <a:r>
            <a:rPr lang="it-IT" sz="1600" kern="1200" dirty="0"/>
            <a:t> </a:t>
          </a:r>
          <a:r>
            <a:rPr lang="it-IT" sz="1600" kern="1200" dirty="0" err="1"/>
            <a:t>values</a:t>
          </a:r>
          <a:r>
            <a:rPr lang="it-IT" sz="1600" kern="1200" dirty="0"/>
            <a:t> from 0 to 8.</a:t>
          </a:r>
          <a:endParaRPr lang="en-US" sz="1600" kern="1200" dirty="0"/>
        </a:p>
      </dsp:txBody>
      <dsp:txXfrm>
        <a:off x="8043251" y="1501"/>
        <a:ext cx="2307808" cy="1384685"/>
      </dsp:txXfrm>
    </dsp:sp>
    <dsp:sp modelId="{8AE580EA-751F-5145-9871-8972702F9FA4}">
      <dsp:nvSpPr>
        <dsp:cNvPr id="0" name=""/>
        <dsp:cNvSpPr/>
      </dsp:nvSpPr>
      <dsp:spPr>
        <a:xfrm>
          <a:off x="427484" y="1616966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/>
            <a:t>Non-Functional Requirements</a:t>
          </a:r>
          <a:endParaRPr lang="en-US" sz="2000" kern="1200" dirty="0"/>
        </a:p>
      </dsp:txBody>
      <dsp:txXfrm>
        <a:off x="427484" y="1616966"/>
        <a:ext cx="2307808" cy="1384685"/>
      </dsp:txXfrm>
    </dsp:sp>
    <dsp:sp modelId="{79ECEEE5-63E0-4C4B-9A45-BC44F8078E7E}">
      <dsp:nvSpPr>
        <dsp:cNvPr id="0" name=""/>
        <dsp:cNvSpPr/>
      </dsp:nvSpPr>
      <dsp:spPr>
        <a:xfrm>
          <a:off x="2966073" y="1616966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The system must operate </a:t>
          </a:r>
          <a:r>
            <a:rPr lang="it-IT" sz="1600" kern="1200" dirty="0" err="1"/>
            <a:t>entirely</a:t>
          </a:r>
          <a:r>
            <a:rPr lang="it-IT" sz="1600" kern="1200" dirty="0"/>
            <a:t> </a:t>
          </a:r>
          <a:r>
            <a:rPr lang="it-IT" sz="1600" kern="1200" dirty="0" err="1"/>
            <a:t>within</a:t>
          </a:r>
          <a:r>
            <a:rPr lang="it-IT" sz="1600" kern="1200" dirty="0"/>
            <a:t> the Google </a:t>
          </a:r>
          <a:r>
            <a:rPr lang="it-IT" sz="1600" kern="1200" dirty="0" err="1"/>
            <a:t>Colab</a:t>
          </a:r>
          <a:r>
            <a:rPr lang="it-IT" sz="1600" kern="1200" dirty="0"/>
            <a:t> </a:t>
          </a:r>
          <a:r>
            <a:rPr lang="it-IT" sz="1600" kern="1200" dirty="0" err="1"/>
            <a:t>environment</a:t>
          </a:r>
          <a:r>
            <a:rPr lang="it-IT" sz="1600" kern="1200" dirty="0"/>
            <a:t>.</a:t>
          </a:r>
          <a:endParaRPr lang="en-US" sz="1600" kern="1200" dirty="0"/>
        </a:p>
      </dsp:txBody>
      <dsp:txXfrm>
        <a:off x="2966073" y="1616966"/>
        <a:ext cx="2307808" cy="1384685"/>
      </dsp:txXfrm>
    </dsp:sp>
    <dsp:sp modelId="{71D18C35-0483-7147-9435-2EE117A8F5E2}">
      <dsp:nvSpPr>
        <dsp:cNvPr id="0" name=""/>
        <dsp:cNvSpPr/>
      </dsp:nvSpPr>
      <dsp:spPr>
        <a:xfrm>
          <a:off x="5504662" y="1616966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ts val="600"/>
            </a:spcBef>
            <a:spcAft>
              <a:spcPct val="35000"/>
            </a:spcAft>
            <a:buNone/>
          </a:pPr>
          <a:r>
            <a:rPr lang="it-IT" sz="1600" kern="1200" dirty="0"/>
            <a:t>GPU </a:t>
          </a:r>
          <a:r>
            <a:rPr lang="it-IT" sz="1600" kern="1200" dirty="0" err="1"/>
            <a:t>memory</a:t>
          </a:r>
          <a:r>
            <a:rPr lang="it-IT" sz="1600" kern="1200" dirty="0"/>
            <a:t> </a:t>
          </a:r>
          <a:r>
            <a:rPr lang="it-IT" sz="1600" kern="1200" dirty="0" err="1"/>
            <a:t>usage</a:t>
          </a:r>
          <a:r>
            <a:rPr lang="it-IT" sz="1600" kern="1200" dirty="0"/>
            <a:t> must not </a:t>
          </a:r>
          <a:r>
            <a:rPr lang="it-IT" sz="1600" kern="1200" dirty="0" err="1"/>
            <a:t>exceed</a:t>
          </a:r>
          <a:r>
            <a:rPr lang="it-IT" sz="1600" kern="1200" dirty="0"/>
            <a:t>: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600" b="1" kern="1200" dirty="0"/>
            <a:t>5 GB</a:t>
          </a:r>
          <a:r>
            <a:rPr lang="it-IT" sz="1600" kern="1200" dirty="0"/>
            <a:t> </a:t>
          </a:r>
          <a:r>
            <a:rPr lang="it-IT" sz="1600" kern="1200" dirty="0" err="1"/>
            <a:t>during</a:t>
          </a:r>
          <a:r>
            <a:rPr lang="it-IT" sz="1600" kern="1200" dirty="0"/>
            <a:t> training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600" b="1" kern="1200" dirty="0"/>
            <a:t>4 GB</a:t>
          </a:r>
          <a:r>
            <a:rPr lang="it-IT" sz="1600" kern="1200" dirty="0"/>
            <a:t> </a:t>
          </a:r>
          <a:r>
            <a:rPr lang="it-IT" sz="1600" kern="1200" dirty="0" err="1"/>
            <a:t>during</a:t>
          </a:r>
          <a:r>
            <a:rPr lang="it-IT" sz="1600" kern="1200" dirty="0"/>
            <a:t> </a:t>
          </a:r>
          <a:r>
            <a:rPr lang="it-IT" sz="1600" kern="1200" dirty="0" err="1"/>
            <a:t>inference</a:t>
          </a:r>
          <a:endParaRPr lang="en-US" sz="1600" kern="1200" dirty="0"/>
        </a:p>
      </dsp:txBody>
      <dsp:txXfrm>
        <a:off x="5504662" y="1616966"/>
        <a:ext cx="2307808" cy="1384685"/>
      </dsp:txXfrm>
    </dsp:sp>
    <dsp:sp modelId="{CCA2D193-F569-6849-A9AE-439FF06F6E2A}">
      <dsp:nvSpPr>
        <dsp:cNvPr id="0" name=""/>
        <dsp:cNvSpPr/>
      </dsp:nvSpPr>
      <dsp:spPr>
        <a:xfrm>
          <a:off x="8043251" y="1616966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The model must </a:t>
          </a:r>
          <a:r>
            <a:rPr lang="it-IT" sz="1600" kern="1200" dirty="0" err="1"/>
            <a:t>ensure</a:t>
          </a:r>
          <a:r>
            <a:rPr lang="it-IT" sz="1600" kern="1200" dirty="0"/>
            <a:t> real-time or </a:t>
          </a:r>
          <a:r>
            <a:rPr lang="it-IT" sz="1600" kern="1200" dirty="0" err="1"/>
            <a:t>near</a:t>
          </a:r>
          <a:r>
            <a:rPr lang="it-IT" sz="1600" kern="1200" dirty="0"/>
            <a:t>-real-time </a:t>
          </a:r>
          <a:r>
            <a:rPr lang="it-IT" sz="1600" kern="1200" dirty="0" err="1"/>
            <a:t>inference</a:t>
          </a:r>
          <a:r>
            <a:rPr lang="it-IT" sz="1600" kern="1200" dirty="0"/>
            <a:t> speed.</a:t>
          </a:r>
          <a:endParaRPr lang="en-US" sz="1600" kern="1200" dirty="0"/>
        </a:p>
      </dsp:txBody>
      <dsp:txXfrm>
        <a:off x="8043251" y="1616966"/>
        <a:ext cx="2307808" cy="1384685"/>
      </dsp:txXfrm>
    </dsp:sp>
    <dsp:sp modelId="{796F6FB7-21E0-5443-8A75-37FFD2C4BB67}">
      <dsp:nvSpPr>
        <dsp:cNvPr id="0" name=""/>
        <dsp:cNvSpPr/>
      </dsp:nvSpPr>
      <dsp:spPr>
        <a:xfrm>
          <a:off x="427484" y="3232432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 err="1"/>
            <a:t>Constraints</a:t>
          </a:r>
          <a:endParaRPr lang="en-US" sz="1700" kern="1200" dirty="0"/>
        </a:p>
      </dsp:txBody>
      <dsp:txXfrm>
        <a:off x="427484" y="3232432"/>
        <a:ext cx="2307808" cy="1384685"/>
      </dsp:txXfrm>
    </dsp:sp>
    <dsp:sp modelId="{B60B062A-A8F6-1846-9722-C8496210FB93}">
      <dsp:nvSpPr>
        <dsp:cNvPr id="0" name=""/>
        <dsp:cNvSpPr/>
      </dsp:nvSpPr>
      <dsp:spPr>
        <a:xfrm>
          <a:off x="2966073" y="3232432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The dataset is </a:t>
          </a:r>
          <a:r>
            <a:rPr lang="it-IT" sz="1600" kern="1200" dirty="0" err="1"/>
            <a:t>fixed</a:t>
          </a:r>
          <a:r>
            <a:rPr lang="it-IT" sz="1600" kern="1200" dirty="0"/>
            <a:t>: no </a:t>
          </a:r>
          <a:r>
            <a:rPr lang="it-IT" sz="1600" kern="1200" dirty="0" err="1"/>
            <a:t>external</a:t>
          </a:r>
          <a:r>
            <a:rPr lang="it-IT" sz="1600" kern="1200" dirty="0"/>
            <a:t> images </a:t>
          </a:r>
          <a:r>
            <a:rPr lang="it-IT" sz="1600" kern="1200" dirty="0" err="1"/>
            <a:t>allowed</a:t>
          </a:r>
          <a:r>
            <a:rPr lang="it-IT" sz="1600" kern="1200" dirty="0"/>
            <a:t>.</a:t>
          </a:r>
          <a:endParaRPr lang="en-US" sz="1600" kern="1200" dirty="0"/>
        </a:p>
      </dsp:txBody>
      <dsp:txXfrm>
        <a:off x="2966073" y="3232432"/>
        <a:ext cx="2307808" cy="1384685"/>
      </dsp:txXfrm>
    </dsp:sp>
    <dsp:sp modelId="{3876F663-33D9-814F-A5CA-14777AE3AFEB}">
      <dsp:nvSpPr>
        <dsp:cNvPr id="0" name=""/>
        <dsp:cNvSpPr/>
      </dsp:nvSpPr>
      <dsp:spPr>
        <a:xfrm>
          <a:off x="5504662" y="3232432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The </a:t>
          </a:r>
          <a:r>
            <a:rPr lang="it-IT" sz="1600" kern="1200" dirty="0" err="1"/>
            <a:t>entire</a:t>
          </a:r>
          <a:r>
            <a:rPr lang="it-IT" sz="1600" kern="1200" dirty="0"/>
            <a:t> pipeline must be </a:t>
          </a:r>
          <a:r>
            <a:rPr lang="it-IT" sz="1600" b="1" kern="1200" dirty="0" err="1"/>
            <a:t>transparent</a:t>
          </a:r>
          <a:r>
            <a:rPr lang="it-IT" sz="1600" b="1" kern="1200" dirty="0"/>
            <a:t>, </a:t>
          </a:r>
          <a:r>
            <a:rPr lang="it-IT" sz="1600" b="1" kern="1200" dirty="0" err="1"/>
            <a:t>explainable</a:t>
          </a:r>
          <a:r>
            <a:rPr lang="it-IT" sz="1600" b="1" kern="1200" dirty="0"/>
            <a:t>, and </a:t>
          </a:r>
          <a:r>
            <a:rPr lang="it-IT" sz="1600" b="1" kern="1200" dirty="0" err="1"/>
            <a:t>reproducible</a:t>
          </a:r>
          <a:r>
            <a:rPr lang="it-IT" sz="1600" kern="1200" dirty="0"/>
            <a:t>.</a:t>
          </a:r>
          <a:endParaRPr lang="en-US" sz="1600" kern="1200" dirty="0"/>
        </a:p>
      </dsp:txBody>
      <dsp:txXfrm>
        <a:off x="5504662" y="3232432"/>
        <a:ext cx="2307808" cy="1384685"/>
      </dsp:txXfrm>
    </dsp:sp>
    <dsp:sp modelId="{BFCB0BF7-68C0-1C4F-B70E-174AB375F57B}">
      <dsp:nvSpPr>
        <dsp:cNvPr id="0" name=""/>
        <dsp:cNvSpPr/>
      </dsp:nvSpPr>
      <dsp:spPr>
        <a:xfrm>
          <a:off x="8043251" y="3232432"/>
          <a:ext cx="2307808" cy="13846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All</a:t>
          </a:r>
          <a:r>
            <a:rPr lang="it-IT" sz="1600" kern="1200" dirty="0"/>
            <a:t> code, training scripts, and model weights must be </a:t>
          </a:r>
          <a:r>
            <a:rPr lang="it-IT" sz="1600" kern="1200" dirty="0" err="1"/>
            <a:t>included</a:t>
          </a:r>
          <a:r>
            <a:rPr lang="it-IT" sz="1600" kern="1200" dirty="0"/>
            <a:t> in a </a:t>
          </a:r>
          <a:r>
            <a:rPr lang="it-IT" sz="1600" b="1" kern="1200" dirty="0"/>
            <a:t>single, self-</a:t>
          </a:r>
          <a:r>
            <a:rPr lang="it-IT" sz="1600" b="1" kern="1200" dirty="0" err="1"/>
            <a:t>contained</a:t>
          </a:r>
          <a:r>
            <a:rPr lang="it-IT" sz="1600" b="1" kern="1200" dirty="0"/>
            <a:t> </a:t>
          </a:r>
          <a:r>
            <a:rPr lang="it-IT" sz="1600" b="1" kern="1200" dirty="0" err="1"/>
            <a:t>Colab</a:t>
          </a:r>
          <a:r>
            <a:rPr lang="it-IT" sz="1600" b="1" kern="1200" dirty="0"/>
            <a:t> notebook</a:t>
          </a:r>
          <a:r>
            <a:rPr lang="it-IT" sz="1600" kern="1200" dirty="0"/>
            <a:t>.</a:t>
          </a:r>
          <a:endParaRPr lang="en-US" sz="1600" kern="1200" dirty="0"/>
        </a:p>
      </dsp:txBody>
      <dsp:txXfrm>
        <a:off x="8043251" y="3232432"/>
        <a:ext cx="2307808" cy="13846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CDA22-354D-F14C-BA84-50F3C5B8BEB0}">
      <dsp:nvSpPr>
        <dsp:cNvPr id="0" name=""/>
        <dsp:cNvSpPr/>
      </dsp:nvSpPr>
      <dsp:spPr>
        <a:xfrm>
          <a:off x="3629536" y="2330725"/>
          <a:ext cx="460317" cy="573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0158" y="0"/>
              </a:lnTo>
              <a:lnTo>
                <a:pt x="230158" y="573695"/>
              </a:lnTo>
              <a:lnTo>
                <a:pt x="460317" y="573695"/>
              </a:lnTo>
            </a:path>
          </a:pathLst>
        </a:custGeom>
        <a:noFill/>
        <a:ln w="12700" cap="flat" cmpd="sng" algn="ctr">
          <a:solidFill>
            <a:schemeClr val="tx2">
              <a:lumMod val="25000"/>
              <a:lumOff val="75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E12EF8-15D5-3D4D-8EFE-452306CD6E29}">
      <dsp:nvSpPr>
        <dsp:cNvPr id="0" name=""/>
        <dsp:cNvSpPr/>
      </dsp:nvSpPr>
      <dsp:spPr>
        <a:xfrm>
          <a:off x="3629536" y="1751751"/>
          <a:ext cx="460317" cy="578974"/>
        </a:xfrm>
        <a:custGeom>
          <a:avLst/>
          <a:gdLst/>
          <a:ahLst/>
          <a:cxnLst/>
          <a:rect l="0" t="0" r="0" b="0"/>
          <a:pathLst>
            <a:path>
              <a:moveTo>
                <a:pt x="0" y="578974"/>
              </a:moveTo>
              <a:lnTo>
                <a:pt x="230158" y="578974"/>
              </a:lnTo>
              <a:lnTo>
                <a:pt x="230158" y="0"/>
              </a:lnTo>
              <a:lnTo>
                <a:pt x="460317" y="0"/>
              </a:lnTo>
            </a:path>
          </a:pathLst>
        </a:custGeom>
        <a:noFill/>
        <a:ln w="12700" cap="flat" cmpd="sng" algn="ctr">
          <a:solidFill>
            <a:schemeClr val="tx2">
              <a:lumMod val="25000"/>
              <a:lumOff val="75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7D4E4E-28DD-6B45-9464-4982B7E78947}">
      <dsp:nvSpPr>
        <dsp:cNvPr id="0" name=""/>
        <dsp:cNvSpPr/>
      </dsp:nvSpPr>
      <dsp:spPr>
        <a:xfrm>
          <a:off x="1327948" y="367"/>
          <a:ext cx="2301588" cy="7019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All images resized to 512×512 for model compatibility.</a:t>
          </a:r>
          <a:endParaRPr lang="en-US" sz="17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948" y="367"/>
        <a:ext cx="2301588" cy="701984"/>
      </dsp:txXfrm>
    </dsp:sp>
    <dsp:sp modelId="{61A28781-E781-ED40-AEAE-E4700776D710}">
      <dsp:nvSpPr>
        <dsp:cNvPr id="0" name=""/>
        <dsp:cNvSpPr/>
      </dsp:nvSpPr>
      <dsp:spPr>
        <a:xfrm>
          <a:off x="1327948" y="990050"/>
          <a:ext cx="2301588" cy="7019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Normalization using ImageNet statistics.</a:t>
          </a:r>
          <a:endParaRPr lang="en-US" sz="17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948" y="990050"/>
        <a:ext cx="2301588" cy="701984"/>
      </dsp:txXfrm>
    </dsp:sp>
    <dsp:sp modelId="{02AD0F07-23C4-CF48-B86B-40A953C50E86}">
      <dsp:nvSpPr>
        <dsp:cNvPr id="0" name=""/>
        <dsp:cNvSpPr/>
      </dsp:nvSpPr>
      <dsp:spPr>
        <a:xfrm>
          <a:off x="1327948" y="1979733"/>
          <a:ext cx="2301588" cy="7019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augmentation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with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Albumentations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endParaRPr lang="en-US" sz="17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948" y="1979733"/>
        <a:ext cx="2301588" cy="701984"/>
      </dsp:txXfrm>
    </dsp:sp>
    <dsp:sp modelId="{67F1A45F-D219-D347-978B-180E6D926D99}">
      <dsp:nvSpPr>
        <dsp:cNvPr id="0" name=""/>
        <dsp:cNvSpPr/>
      </dsp:nvSpPr>
      <dsp:spPr>
        <a:xfrm>
          <a:off x="4089854" y="1321905"/>
          <a:ext cx="2301588" cy="85969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Random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crop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flip, rotate, affine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transforms</a:t>
          </a:r>
          <a:endParaRPr lang="en-US" sz="17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89854" y="1321905"/>
        <a:ext cx="2301588" cy="859692"/>
      </dsp:txXfrm>
    </dsp:sp>
    <dsp:sp modelId="{BCEB8014-B63B-8942-B218-1F08004E3B66}">
      <dsp:nvSpPr>
        <dsp:cNvPr id="0" name=""/>
        <dsp:cNvSpPr/>
      </dsp:nvSpPr>
      <dsp:spPr>
        <a:xfrm>
          <a:off x="4089854" y="2469296"/>
          <a:ext cx="2301588" cy="8702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Brightness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contrast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adjustment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blur</a:t>
          </a:r>
          <a:r>
            <a:rPr lang="it-IT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it-IT" sz="17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perspective</a:t>
          </a:r>
          <a:endParaRPr lang="en-US" sz="17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89854" y="2469296"/>
        <a:ext cx="2301588" cy="870250"/>
      </dsp:txXfrm>
    </dsp:sp>
    <dsp:sp modelId="{69A2F9C0-ECA7-7D40-82CD-B8C15C857D0E}">
      <dsp:nvSpPr>
        <dsp:cNvPr id="0" name=""/>
        <dsp:cNvSpPr/>
      </dsp:nvSpPr>
      <dsp:spPr>
        <a:xfrm>
          <a:off x="1327948" y="2969416"/>
          <a:ext cx="2301588" cy="7019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Augmentations applied only during training</a:t>
          </a:r>
          <a:endParaRPr lang="en-US" sz="17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948" y="2969416"/>
        <a:ext cx="2301588" cy="701984"/>
      </dsp:txXfrm>
    </dsp:sp>
    <dsp:sp modelId="{F9C2BBE5-0AAA-6E4C-AFB4-E139D86B9231}">
      <dsp:nvSpPr>
        <dsp:cNvPr id="0" name=""/>
        <dsp:cNvSpPr/>
      </dsp:nvSpPr>
      <dsp:spPr>
        <a:xfrm>
          <a:off x="1327948" y="3959099"/>
          <a:ext cx="2301588" cy="7019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satMod val="103000"/>
                <a:lumMod val="102000"/>
                <a:tint val="94000"/>
                <a:alpha val="80191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Masks transformed synchronously to preserve alignment</a:t>
          </a:r>
          <a:endParaRPr lang="en-US" sz="17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948" y="3959099"/>
        <a:ext cx="2301588" cy="7019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05DEA-E8B2-4696-A2AE-6C7EA3152CBA}">
      <dsp:nvSpPr>
        <dsp:cNvPr id="0" name=""/>
        <dsp:cNvSpPr/>
      </dsp:nvSpPr>
      <dsp:spPr>
        <a:xfrm>
          <a:off x="0" y="33222"/>
          <a:ext cx="10515600" cy="72514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4A5FBB-5ABC-4E27-94D7-C48843CAD2A3}">
      <dsp:nvSpPr>
        <dsp:cNvPr id="0" name=""/>
        <dsp:cNvSpPr/>
      </dsp:nvSpPr>
      <dsp:spPr>
        <a:xfrm>
          <a:off x="219356" y="166562"/>
          <a:ext cx="398830" cy="398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C3016-E052-41A6-B529-7D85DC89286B}">
      <dsp:nvSpPr>
        <dsp:cNvPr id="0" name=""/>
        <dsp:cNvSpPr/>
      </dsp:nvSpPr>
      <dsp:spPr>
        <a:xfrm>
          <a:off x="837544" y="3404"/>
          <a:ext cx="9678055" cy="725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5" tIns="76745" rIns="76745" bIns="767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Implemented</a:t>
          </a:r>
          <a:r>
            <a:rPr lang="it-IT" sz="1900" kern="1200" dirty="0"/>
            <a:t> in </a:t>
          </a:r>
          <a:r>
            <a:rPr lang="it-IT" sz="1900" kern="1200" dirty="0" err="1"/>
            <a:t>PyTorch</a:t>
          </a:r>
          <a:r>
            <a:rPr lang="it-IT" sz="1900" kern="1200" dirty="0"/>
            <a:t> with modular, </a:t>
          </a:r>
          <a:r>
            <a:rPr lang="it-IT" sz="1900" kern="1200" dirty="0" err="1"/>
            <a:t>reusable</a:t>
          </a:r>
          <a:r>
            <a:rPr lang="it-IT" sz="1900" kern="1200" dirty="0"/>
            <a:t> </a:t>
          </a:r>
          <a:r>
            <a:rPr lang="it-IT" sz="1900" kern="1200" dirty="0" err="1"/>
            <a:t>components</a:t>
          </a:r>
          <a:endParaRPr lang="en-US" sz="1900" kern="1200" dirty="0"/>
        </a:p>
      </dsp:txBody>
      <dsp:txXfrm>
        <a:off x="837544" y="3404"/>
        <a:ext cx="9678055" cy="725146"/>
      </dsp:txXfrm>
    </dsp:sp>
    <dsp:sp modelId="{19953CCF-3154-4FB7-9262-8DDF47A95FD5}">
      <dsp:nvSpPr>
        <dsp:cNvPr id="0" name=""/>
        <dsp:cNvSpPr/>
      </dsp:nvSpPr>
      <dsp:spPr>
        <a:xfrm>
          <a:off x="0" y="909837"/>
          <a:ext cx="10515600" cy="72514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185C3-1131-4674-8622-D8FB1585FC0E}">
      <dsp:nvSpPr>
        <dsp:cNvPr id="0" name=""/>
        <dsp:cNvSpPr/>
      </dsp:nvSpPr>
      <dsp:spPr>
        <a:xfrm>
          <a:off x="219356" y="1072995"/>
          <a:ext cx="398830" cy="398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7CF3F-A065-4F1D-8555-9119E0606AA8}">
      <dsp:nvSpPr>
        <dsp:cNvPr id="0" name=""/>
        <dsp:cNvSpPr/>
      </dsp:nvSpPr>
      <dsp:spPr>
        <a:xfrm>
          <a:off x="837544" y="909837"/>
          <a:ext cx="9678055" cy="725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5" tIns="76745" rIns="76745" bIns="767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Custom Dataset class handles loading, </a:t>
          </a:r>
          <a:r>
            <a:rPr lang="it-IT" sz="1900" kern="1200" dirty="0" err="1"/>
            <a:t>normalization</a:t>
          </a:r>
          <a:r>
            <a:rPr lang="it-IT" sz="1900" kern="1200" dirty="0"/>
            <a:t>, RGB-to-ID </a:t>
          </a:r>
          <a:r>
            <a:rPr lang="it-IT" sz="1900" kern="1200" dirty="0" err="1"/>
            <a:t>conversion</a:t>
          </a:r>
          <a:endParaRPr lang="en-US" sz="1900" kern="1200" dirty="0"/>
        </a:p>
      </dsp:txBody>
      <dsp:txXfrm>
        <a:off x="837544" y="909837"/>
        <a:ext cx="9678055" cy="725146"/>
      </dsp:txXfrm>
    </dsp:sp>
    <dsp:sp modelId="{D89651FB-3C7B-449F-8E6C-847D0D36910C}">
      <dsp:nvSpPr>
        <dsp:cNvPr id="0" name=""/>
        <dsp:cNvSpPr/>
      </dsp:nvSpPr>
      <dsp:spPr>
        <a:xfrm>
          <a:off x="0" y="1816270"/>
          <a:ext cx="10515600" cy="72514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B4FB4-8162-493F-BC50-D2D8957847A6}">
      <dsp:nvSpPr>
        <dsp:cNvPr id="0" name=""/>
        <dsp:cNvSpPr/>
      </dsp:nvSpPr>
      <dsp:spPr>
        <a:xfrm>
          <a:off x="219356" y="1979428"/>
          <a:ext cx="398830" cy="398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B7665-FE9C-4E7A-A5E7-B79BD3CABC7B}">
      <dsp:nvSpPr>
        <dsp:cNvPr id="0" name=""/>
        <dsp:cNvSpPr/>
      </dsp:nvSpPr>
      <dsp:spPr>
        <a:xfrm>
          <a:off x="837544" y="1816270"/>
          <a:ext cx="9678055" cy="725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5" tIns="76745" rIns="76745" bIns="767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Model </a:t>
          </a:r>
          <a:r>
            <a:rPr lang="it-IT" sz="1900" kern="1200" dirty="0" err="1"/>
            <a:t>built</a:t>
          </a:r>
          <a:r>
            <a:rPr lang="it-IT" sz="1900" kern="1200" dirty="0"/>
            <a:t> using </a:t>
          </a:r>
          <a:r>
            <a:rPr lang="it-IT" sz="1900" kern="1200" dirty="0" err="1"/>
            <a:t>torchvision's</a:t>
          </a:r>
          <a:r>
            <a:rPr lang="it-IT" sz="1900" kern="1200" dirty="0"/>
            <a:t> DeepLabV3 + MobileNetV3</a:t>
          </a:r>
          <a:endParaRPr lang="en-US" sz="1900" kern="1200" dirty="0"/>
        </a:p>
      </dsp:txBody>
      <dsp:txXfrm>
        <a:off x="837544" y="1816270"/>
        <a:ext cx="9678055" cy="725146"/>
      </dsp:txXfrm>
    </dsp:sp>
    <dsp:sp modelId="{BDF0A433-48E6-4BF6-9008-076B35CE128B}">
      <dsp:nvSpPr>
        <dsp:cNvPr id="0" name=""/>
        <dsp:cNvSpPr/>
      </dsp:nvSpPr>
      <dsp:spPr>
        <a:xfrm>
          <a:off x="0" y="2722703"/>
          <a:ext cx="10515600" cy="72514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E527A-ABC8-4FBE-82BC-7C749BA00E8A}">
      <dsp:nvSpPr>
        <dsp:cNvPr id="0" name=""/>
        <dsp:cNvSpPr/>
      </dsp:nvSpPr>
      <dsp:spPr>
        <a:xfrm>
          <a:off x="219356" y="2885861"/>
          <a:ext cx="398830" cy="398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ECB57-E9D9-4458-B980-25CB441BE22A}">
      <dsp:nvSpPr>
        <dsp:cNvPr id="0" name=""/>
        <dsp:cNvSpPr/>
      </dsp:nvSpPr>
      <dsp:spPr>
        <a:xfrm>
          <a:off x="837544" y="2722703"/>
          <a:ext cx="9678055" cy="725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5" tIns="76745" rIns="76745" bIns="767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Training loop </a:t>
          </a:r>
          <a:r>
            <a:rPr lang="it-IT" sz="1900" kern="1200" dirty="0" err="1"/>
            <a:t>includes</a:t>
          </a:r>
          <a:r>
            <a:rPr lang="it-IT" sz="1900" kern="1200" dirty="0"/>
            <a:t> </a:t>
          </a:r>
          <a:r>
            <a:rPr lang="it-IT" sz="1900" kern="1200" dirty="0" err="1"/>
            <a:t>logging</a:t>
          </a:r>
          <a:r>
            <a:rPr lang="it-IT" sz="1900" kern="1200" dirty="0"/>
            <a:t> with </a:t>
          </a:r>
          <a:r>
            <a:rPr lang="it-IT" sz="1900" kern="1200" dirty="0" err="1"/>
            <a:t>TensorBoard</a:t>
          </a:r>
          <a:endParaRPr lang="en-US" sz="1900" kern="1200" dirty="0"/>
        </a:p>
      </dsp:txBody>
      <dsp:txXfrm>
        <a:off x="837544" y="2722703"/>
        <a:ext cx="9678055" cy="725146"/>
      </dsp:txXfrm>
    </dsp:sp>
    <dsp:sp modelId="{CE41A7B3-E49D-49C4-BDC9-1915A9B370F1}">
      <dsp:nvSpPr>
        <dsp:cNvPr id="0" name=""/>
        <dsp:cNvSpPr/>
      </dsp:nvSpPr>
      <dsp:spPr>
        <a:xfrm>
          <a:off x="0" y="3629137"/>
          <a:ext cx="10515600" cy="72514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306EA-FB3E-4A08-962E-DBDB30C8DC43}">
      <dsp:nvSpPr>
        <dsp:cNvPr id="0" name=""/>
        <dsp:cNvSpPr/>
      </dsp:nvSpPr>
      <dsp:spPr>
        <a:xfrm>
          <a:off x="219356" y="3792295"/>
          <a:ext cx="398830" cy="3988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994D0-AC9A-47FB-AF0D-3FE495042F93}">
      <dsp:nvSpPr>
        <dsp:cNvPr id="0" name=""/>
        <dsp:cNvSpPr/>
      </dsp:nvSpPr>
      <dsp:spPr>
        <a:xfrm>
          <a:off x="837544" y="3629137"/>
          <a:ext cx="9678055" cy="725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5" tIns="76745" rIns="76745" bIns="767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Predict</a:t>
          </a:r>
          <a:r>
            <a:rPr lang="it-IT" sz="1900" kern="1200" dirty="0"/>
            <a:t> </a:t>
          </a:r>
          <a:r>
            <a:rPr lang="it-IT" sz="1900" kern="1200" dirty="0" err="1"/>
            <a:t>function</a:t>
          </a:r>
          <a:r>
            <a:rPr lang="it-IT" sz="1900" kern="1200" dirty="0"/>
            <a:t> for single-image </a:t>
          </a:r>
          <a:r>
            <a:rPr lang="it-IT" sz="1900" kern="1200" dirty="0" err="1"/>
            <a:t>inference</a:t>
          </a:r>
          <a:r>
            <a:rPr lang="it-IT" sz="1900" kern="1200" dirty="0"/>
            <a:t> with optional </a:t>
          </a:r>
          <a:r>
            <a:rPr lang="it-IT" sz="1900" kern="1200" dirty="0" err="1"/>
            <a:t>resizing</a:t>
          </a:r>
          <a:endParaRPr lang="en-US" sz="1900" kern="1200" dirty="0"/>
        </a:p>
      </dsp:txBody>
      <dsp:txXfrm>
        <a:off x="837544" y="3629137"/>
        <a:ext cx="9678055" cy="7251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C6765-8296-184A-B72F-E71E71CD1D01}">
      <dsp:nvSpPr>
        <dsp:cNvPr id="0" name=""/>
        <dsp:cNvSpPr/>
      </dsp:nvSpPr>
      <dsp:spPr>
        <a:xfrm>
          <a:off x="3201374" y="897230"/>
          <a:ext cx="691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1381" y="45720"/>
              </a:lnTo>
            </a:path>
          </a:pathLst>
        </a:custGeom>
        <a:noFill/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29015" y="939341"/>
        <a:ext cx="36099" cy="7219"/>
      </dsp:txXfrm>
    </dsp:sp>
    <dsp:sp modelId="{A388C89C-E98C-714D-804D-5C3AE55FDFF3}">
      <dsp:nvSpPr>
        <dsp:cNvPr id="0" name=""/>
        <dsp:cNvSpPr/>
      </dsp:nvSpPr>
      <dsp:spPr>
        <a:xfrm>
          <a:off x="64122" y="1235"/>
          <a:ext cx="3139052" cy="1883431"/>
        </a:xfrm>
        <a:prstGeom prst="rect">
          <a:avLst/>
        </a:prstGeom>
        <a:solidFill>
          <a:schemeClr val="accent1">
            <a:hueOff val="0"/>
            <a:satOff val="0"/>
            <a:lumOff val="0"/>
            <a:alpha val="65780"/>
          </a:schemeClr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816" tIns="161457" rIns="153816" bIns="16145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5-fold Cross-Validation: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Employed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robust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model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evaluation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to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ensure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generalization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ability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122" y="1235"/>
        <a:ext cx="3139052" cy="1883431"/>
      </dsp:txXfrm>
    </dsp:sp>
    <dsp:sp modelId="{E0F103DB-CBE8-5F48-831F-A095A6E8C113}">
      <dsp:nvSpPr>
        <dsp:cNvPr id="0" name=""/>
        <dsp:cNvSpPr/>
      </dsp:nvSpPr>
      <dsp:spPr>
        <a:xfrm>
          <a:off x="7062408" y="897230"/>
          <a:ext cx="691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1381" y="45720"/>
              </a:lnTo>
            </a:path>
          </a:pathLst>
        </a:custGeom>
        <a:noFill/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90049" y="939341"/>
        <a:ext cx="36099" cy="7219"/>
      </dsp:txXfrm>
    </dsp:sp>
    <dsp:sp modelId="{E656D874-538F-7541-B8B5-CA37BED1A3F2}">
      <dsp:nvSpPr>
        <dsp:cNvPr id="0" name=""/>
        <dsp:cNvSpPr/>
      </dsp:nvSpPr>
      <dsp:spPr>
        <a:xfrm>
          <a:off x="3925156" y="1235"/>
          <a:ext cx="3139052" cy="1883431"/>
        </a:xfrm>
        <a:prstGeom prst="rect">
          <a:avLst/>
        </a:prstGeom>
        <a:solidFill>
          <a:schemeClr val="accent1">
            <a:hueOff val="0"/>
            <a:satOff val="0"/>
            <a:lumOff val="0"/>
            <a:alpha val="79000"/>
          </a:schemeClr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816" tIns="161457" rIns="153816" bIns="16145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  <a:r>
            <a:rPr lang="it-IT" sz="19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Augmentation</a:t>
          </a: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On-the-</a:t>
          </a:r>
          <a:r>
            <a:rPr lang="it-IT" sz="19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fly</a:t>
          </a: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applied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during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training to increase data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variability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enhance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generalization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and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optimize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storage.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25156" y="1235"/>
        <a:ext cx="3139052" cy="1883431"/>
      </dsp:txXfrm>
    </dsp:sp>
    <dsp:sp modelId="{86167B0C-2EE4-CE41-9C62-A66374DC2B88}">
      <dsp:nvSpPr>
        <dsp:cNvPr id="0" name=""/>
        <dsp:cNvSpPr/>
      </dsp:nvSpPr>
      <dsp:spPr>
        <a:xfrm>
          <a:off x="1941762" y="1882866"/>
          <a:ext cx="7413954" cy="692617"/>
        </a:xfrm>
        <a:custGeom>
          <a:avLst/>
          <a:gdLst/>
          <a:ahLst/>
          <a:cxnLst/>
          <a:rect l="0" t="0" r="0" b="0"/>
          <a:pathLst>
            <a:path>
              <a:moveTo>
                <a:pt x="7413954" y="0"/>
              </a:moveTo>
              <a:lnTo>
                <a:pt x="7413954" y="363408"/>
              </a:lnTo>
              <a:lnTo>
                <a:pt x="0" y="363408"/>
              </a:lnTo>
              <a:lnTo>
                <a:pt x="0" y="692617"/>
              </a:lnTo>
            </a:path>
          </a:pathLst>
        </a:custGeom>
        <a:noFill/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62510" y="2225565"/>
        <a:ext cx="372457" cy="7219"/>
      </dsp:txXfrm>
    </dsp:sp>
    <dsp:sp modelId="{F449EFDF-8790-C34B-B4CE-6F499D11FA64}">
      <dsp:nvSpPr>
        <dsp:cNvPr id="0" name=""/>
        <dsp:cNvSpPr/>
      </dsp:nvSpPr>
      <dsp:spPr>
        <a:xfrm>
          <a:off x="7786190" y="1235"/>
          <a:ext cx="3139052" cy="1883431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816" tIns="161457" rIns="153816" bIns="16145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Optimizer</a:t>
          </a: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Adam,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used with an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initial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learning rate of 0.001 for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efficient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effective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convergence</a:t>
          </a:r>
          <a:r>
            <a:rPr lang="it-IT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86190" y="1235"/>
        <a:ext cx="3139052" cy="1883431"/>
      </dsp:txXfrm>
    </dsp:sp>
    <dsp:sp modelId="{2F907516-55B7-764D-8AD7-997BC4FD6FF2}">
      <dsp:nvSpPr>
        <dsp:cNvPr id="0" name=""/>
        <dsp:cNvSpPr/>
      </dsp:nvSpPr>
      <dsp:spPr>
        <a:xfrm>
          <a:off x="64122" y="2607883"/>
          <a:ext cx="3755279" cy="1883431"/>
        </a:xfrm>
        <a:prstGeom prst="rect">
          <a:avLst/>
        </a:prstGeom>
        <a:solidFill>
          <a:schemeClr val="accent1">
            <a:hueOff val="0"/>
            <a:satOff val="0"/>
            <a:lumOff val="0"/>
            <a:alpha val="86726"/>
          </a:schemeClr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816" tIns="161457" rIns="153816" bIns="16145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Loss Function</a:t>
          </a:r>
          <a:r>
            <a:rPr lang="it-IT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Combined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it-IT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loss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of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0.7 × Dice Loss + 0.3 × </a:t>
          </a:r>
          <a:r>
            <a:rPr lang="it-IT" sz="18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Focal</a:t>
          </a:r>
          <a:r>
            <a:rPr lang="it-IT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Loss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(with </a:t>
          </a:r>
          <a:r>
            <a:rPr lang="el-G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γ=2.0 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 </a:t>
          </a:r>
          <a:r>
            <a:rPr lang="it-IT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Focal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Loss). </a:t>
          </a:r>
        </a:p>
      </dsp:txBody>
      <dsp:txXfrm>
        <a:off x="64122" y="2607883"/>
        <a:ext cx="3755279" cy="18834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58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1F60BCD-CE97-05F6-1FC2-502457903E25}"/>
              </a:ext>
            </a:extLst>
          </p:cNvPr>
          <p:cNvSpPr/>
          <p:nvPr userDrawn="1"/>
        </p:nvSpPr>
        <p:spPr>
          <a:xfrm>
            <a:off x="-642417" y="221239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5F22F-8F39-7B0C-EBB9-804D57F94D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82172"/>
            <a:ext cx="8616243" cy="1513211"/>
          </a:xfrm>
        </p:spPr>
        <p:txBody>
          <a:bodyPr anchor="b">
            <a:normAutofit/>
          </a:bodyPr>
          <a:lstStyle>
            <a:lvl1pPr algn="l">
              <a:defRPr sz="4800">
                <a:latin typeface="Bricolage Grotesque 14pt" panose="020B060504040200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6EB75-C009-DCB5-146F-ED72AD1D9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331610"/>
            <a:ext cx="6716889" cy="15132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latin typeface="Bricolage Grotesque 14pt" panose="020B060504040200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C750D-EB07-38EF-18D6-8B42176D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1ABB5-6636-0488-49BB-A4EE4FBF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CC66B-E5FE-460D-AEC4-6A0D5FB1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2980733-210F-28EC-B76C-D8FA23E293AF}"/>
              </a:ext>
            </a:extLst>
          </p:cNvPr>
          <p:cNvSpPr/>
          <p:nvPr userDrawn="1"/>
        </p:nvSpPr>
        <p:spPr>
          <a:xfrm flipV="1">
            <a:off x="-457797" y="4148029"/>
            <a:ext cx="6055565" cy="48832"/>
          </a:xfrm>
          <a:custGeom>
            <a:avLst/>
            <a:gdLst>
              <a:gd name="connsiteX0" fmla="*/ 149082 w 3804830"/>
              <a:gd name="connsiteY0" fmla="*/ 0 h 92076"/>
              <a:gd name="connsiteX1" fmla="*/ 3655748 w 3804830"/>
              <a:gd name="connsiteY1" fmla="*/ 0 h 92076"/>
              <a:gd name="connsiteX2" fmla="*/ 3776463 w 3804830"/>
              <a:gd name="connsiteY2" fmla="*/ 50002 h 92076"/>
              <a:gd name="connsiteX3" fmla="*/ 3804830 w 3804830"/>
              <a:gd name="connsiteY3" fmla="*/ 92076 h 92076"/>
              <a:gd name="connsiteX4" fmla="*/ 0 w 3804830"/>
              <a:gd name="connsiteY4" fmla="*/ 92076 h 92076"/>
              <a:gd name="connsiteX5" fmla="*/ 28367 w 3804830"/>
              <a:gd name="connsiteY5" fmla="*/ 50002 h 92076"/>
              <a:gd name="connsiteX6" fmla="*/ 149082 w 3804830"/>
              <a:gd name="connsiteY6" fmla="*/ 0 h 92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4830" h="92076">
                <a:moveTo>
                  <a:pt x="149082" y="0"/>
                </a:moveTo>
                <a:lnTo>
                  <a:pt x="3655748" y="0"/>
                </a:lnTo>
                <a:cubicBezTo>
                  <a:pt x="3702890" y="0"/>
                  <a:pt x="3745569" y="19108"/>
                  <a:pt x="3776463" y="50002"/>
                </a:cubicBezTo>
                <a:lnTo>
                  <a:pt x="3804830" y="92076"/>
                </a:lnTo>
                <a:lnTo>
                  <a:pt x="0" y="92076"/>
                </a:lnTo>
                <a:lnTo>
                  <a:pt x="28367" y="50002"/>
                </a:lnTo>
                <a:cubicBezTo>
                  <a:pt x="59261" y="19108"/>
                  <a:pt x="101940" y="0"/>
                  <a:pt x="149082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Bricolage Grotesque 14pt" panose="020B0605040402000204" pitchFamily="34" charset="0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EA8C71F-DE9C-EDBA-B685-7BC87CEDA5FE}"/>
              </a:ext>
            </a:extLst>
          </p:cNvPr>
          <p:cNvSpPr/>
          <p:nvPr userDrawn="1"/>
        </p:nvSpPr>
        <p:spPr>
          <a:xfrm flipH="1">
            <a:off x="9576528" y="1281377"/>
            <a:ext cx="1880148" cy="2473946"/>
          </a:xfrm>
          <a:prstGeom prst="parallelogram">
            <a:avLst>
              <a:gd name="adj" fmla="val 15886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9269781-421C-5FFF-C6C0-A7C543867C30}"/>
              </a:ext>
            </a:extLst>
          </p:cNvPr>
          <p:cNvSpPr/>
          <p:nvPr userDrawn="1"/>
        </p:nvSpPr>
        <p:spPr>
          <a:xfrm flipH="1">
            <a:off x="7648680" y="2955219"/>
            <a:ext cx="2966033" cy="3902781"/>
          </a:xfrm>
          <a:prstGeom prst="parallelogram">
            <a:avLst>
              <a:gd name="adj" fmla="val 15886"/>
            </a:avLst>
          </a:prstGeom>
          <a:gradFill>
            <a:gsLst>
              <a:gs pos="26000">
                <a:schemeClr val="accent3"/>
              </a:gs>
              <a:gs pos="99000">
                <a:schemeClr val="accent2">
                  <a:alpha val="29644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83A04497-2F16-E5FC-80FB-ED0CFCE75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54956" y="0"/>
            <a:ext cx="4856922" cy="4913651"/>
          </a:xfrm>
          <a:custGeom>
            <a:avLst/>
            <a:gdLst>
              <a:gd name="connsiteX0" fmla="*/ 0 w 4038600"/>
              <a:gd name="connsiteY0" fmla="*/ 0 h 4085771"/>
              <a:gd name="connsiteX1" fmla="*/ 4038600 w 4038600"/>
              <a:gd name="connsiteY1" fmla="*/ 0 h 4085771"/>
              <a:gd name="connsiteX2" fmla="*/ 4038600 w 4038600"/>
              <a:gd name="connsiteY2" fmla="*/ 4085771 h 4085771"/>
              <a:gd name="connsiteX3" fmla="*/ 0 w 4038600"/>
              <a:gd name="connsiteY3" fmla="*/ 4085771 h 4085771"/>
              <a:gd name="connsiteX4" fmla="*/ 0 w 4038600"/>
              <a:gd name="connsiteY4" fmla="*/ 0 h 4085771"/>
              <a:gd name="connsiteX0" fmla="*/ 0 w 4038600"/>
              <a:gd name="connsiteY0" fmla="*/ 0 h 4085771"/>
              <a:gd name="connsiteX1" fmla="*/ 4038600 w 4038600"/>
              <a:gd name="connsiteY1" fmla="*/ 0 h 4085771"/>
              <a:gd name="connsiteX2" fmla="*/ 4029635 w 4038600"/>
              <a:gd name="connsiteY2" fmla="*/ 3503065 h 4085771"/>
              <a:gd name="connsiteX3" fmla="*/ 0 w 4038600"/>
              <a:gd name="connsiteY3" fmla="*/ 4085771 h 4085771"/>
              <a:gd name="connsiteX4" fmla="*/ 0 w 4038600"/>
              <a:gd name="connsiteY4" fmla="*/ 0 h 408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8600" h="4085771">
                <a:moveTo>
                  <a:pt x="0" y="0"/>
                </a:moveTo>
                <a:lnTo>
                  <a:pt x="4038600" y="0"/>
                </a:lnTo>
                <a:cubicBezTo>
                  <a:pt x="4035612" y="1167688"/>
                  <a:pt x="4032623" y="2335377"/>
                  <a:pt x="4029635" y="3503065"/>
                </a:cubicBezTo>
                <a:lnTo>
                  <a:pt x="0" y="408577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99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9C330-8D96-B366-BF9E-DE6111C7C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73152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AFD1-F254-99E9-45FB-2CE3C527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52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FF379-4A1C-086A-1CD0-00287101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4A1F-3C46-8D2B-DAEB-172DF868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D808-CBAA-B9C7-9309-BC4A8CA1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6BC1B0-D11E-75E6-E5E4-C44A017262C0}"/>
              </a:ext>
            </a:extLst>
          </p:cNvPr>
          <p:cNvSpPr/>
          <p:nvPr userDrawn="1"/>
        </p:nvSpPr>
        <p:spPr>
          <a:xfrm>
            <a:off x="9491944" y="1027906"/>
            <a:ext cx="3723712" cy="377189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E8597F-C17A-6E4F-5291-932B8B73D3EF}"/>
              </a:ext>
            </a:extLst>
          </p:cNvPr>
          <p:cNvSpPr/>
          <p:nvPr userDrawn="1"/>
        </p:nvSpPr>
        <p:spPr>
          <a:xfrm>
            <a:off x="8238958" y="-342890"/>
            <a:ext cx="3723712" cy="3771890"/>
          </a:xfrm>
          <a:prstGeom prst="ellipse">
            <a:avLst/>
          </a:prstGeom>
          <a:solidFill>
            <a:schemeClr val="accent2">
              <a:alpha val="40075"/>
            </a:scheme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23B138-CF82-F19B-F550-D8BB1CDD36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39148 w 12192000"/>
              <a:gd name="connsiteY3" fmla="*/ 4929809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5009322 h 6858000"/>
              <a:gd name="connsiteX4" fmla="*/ 0 w 12192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500932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2" name="Graphic 17">
            <a:extLst>
              <a:ext uri="{FF2B5EF4-FFF2-40B4-BE49-F238E27FC236}">
                <a16:creationId xmlns:a16="http://schemas.microsoft.com/office/drawing/2014/main" id="{F066DFD6-28C9-8DB3-E3D3-BC9562C096D7}"/>
              </a:ext>
            </a:extLst>
          </p:cNvPr>
          <p:cNvSpPr/>
          <p:nvPr userDrawn="1"/>
        </p:nvSpPr>
        <p:spPr>
          <a:xfrm>
            <a:off x="10603722" y="6271475"/>
            <a:ext cx="845426" cy="593407"/>
          </a:xfrm>
          <a:custGeom>
            <a:avLst/>
            <a:gdLst>
              <a:gd name="connsiteX0" fmla="*/ 729615 w 729614"/>
              <a:gd name="connsiteY0" fmla="*/ 593408 h 593407"/>
              <a:gd name="connsiteX1" fmla="*/ 0 w 729614"/>
              <a:gd name="connsiteY1" fmla="*/ 593408 h 593407"/>
              <a:gd name="connsiteX2" fmla="*/ 126492 w 729614"/>
              <a:gd name="connsiteY2" fmla="*/ 0 h 593407"/>
              <a:gd name="connsiteX3" fmla="*/ 729615 w 729614"/>
              <a:gd name="connsiteY3" fmla="*/ 0 h 593407"/>
              <a:gd name="connsiteX4" fmla="*/ 729615 w 729614"/>
              <a:gd name="connsiteY4" fmla="*/ 593408 h 593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9614" h="593407">
                <a:moveTo>
                  <a:pt x="729615" y="593408"/>
                </a:moveTo>
                <a:lnTo>
                  <a:pt x="0" y="593408"/>
                </a:lnTo>
                <a:lnTo>
                  <a:pt x="126492" y="0"/>
                </a:lnTo>
                <a:lnTo>
                  <a:pt x="729615" y="0"/>
                </a:lnTo>
                <a:lnTo>
                  <a:pt x="729615" y="59340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60CEE6-5D9D-1418-E99B-072BBB8AAD87}"/>
              </a:ext>
            </a:extLst>
          </p:cNvPr>
          <p:cNvSpPr/>
          <p:nvPr userDrawn="1"/>
        </p:nvSpPr>
        <p:spPr>
          <a:xfrm>
            <a:off x="-4223817" y="-5330530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51137"/>
            <a:ext cx="7321550" cy="1363806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144563"/>
            <a:ext cx="732155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E9EABB-E484-B381-F91C-10B0699DF8AF}"/>
              </a:ext>
            </a:extLst>
          </p:cNvPr>
          <p:cNvSpPr/>
          <p:nvPr userDrawn="1"/>
        </p:nvSpPr>
        <p:spPr>
          <a:xfrm>
            <a:off x="838200" y="-1394128"/>
            <a:ext cx="1507435" cy="2102476"/>
          </a:xfrm>
          <a:prstGeom prst="roundRect">
            <a:avLst>
              <a:gd name="adj" fmla="val 6766"/>
            </a:avLst>
          </a:prstGeom>
          <a:solidFill>
            <a:srgbClr val="4A4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81ED38-24BB-1FA6-0FDC-DB3E023E136B}"/>
              </a:ext>
            </a:extLst>
          </p:cNvPr>
          <p:cNvSpPr/>
          <p:nvPr userDrawn="1"/>
        </p:nvSpPr>
        <p:spPr>
          <a:xfrm>
            <a:off x="9491944" y="1027906"/>
            <a:ext cx="3723712" cy="377189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C29A8F-E732-BFC3-3C26-19AA39A36F88}"/>
              </a:ext>
            </a:extLst>
          </p:cNvPr>
          <p:cNvSpPr/>
          <p:nvPr userDrawn="1"/>
        </p:nvSpPr>
        <p:spPr>
          <a:xfrm>
            <a:off x="8238958" y="-342890"/>
            <a:ext cx="3723712" cy="3771890"/>
          </a:xfrm>
          <a:prstGeom prst="ellipse">
            <a:avLst/>
          </a:prstGeom>
          <a:solidFill>
            <a:schemeClr val="accent2">
              <a:alpha val="40075"/>
            </a:scheme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43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8">
            <a:extLst>
              <a:ext uri="{FF2B5EF4-FFF2-40B4-BE49-F238E27FC236}">
                <a16:creationId xmlns:a16="http://schemas.microsoft.com/office/drawing/2014/main" id="{168EF49C-0EB4-DD2E-44F1-3F7147DC406A}"/>
              </a:ext>
            </a:extLst>
          </p:cNvPr>
          <p:cNvSpPr/>
          <p:nvPr userDrawn="1"/>
        </p:nvSpPr>
        <p:spPr>
          <a:xfrm rot="10800000">
            <a:off x="-2" y="2633543"/>
            <a:ext cx="3041375" cy="4224455"/>
          </a:xfrm>
          <a:custGeom>
            <a:avLst/>
            <a:gdLst>
              <a:gd name="connsiteX0" fmla="*/ 3875723 w 3875722"/>
              <a:gd name="connsiteY0" fmla="*/ 1784604 h 2299144"/>
              <a:gd name="connsiteX1" fmla="*/ 0 w 3875722"/>
              <a:gd name="connsiteY1" fmla="*/ 2299145 h 2299144"/>
              <a:gd name="connsiteX2" fmla="*/ 2134934 w 3875722"/>
              <a:gd name="connsiteY2" fmla="*/ 0 h 2299144"/>
              <a:gd name="connsiteX3" fmla="*/ 3875723 w 3875722"/>
              <a:gd name="connsiteY3" fmla="*/ 0 h 2299144"/>
              <a:gd name="connsiteX4" fmla="*/ 3875723 w 3875722"/>
              <a:gd name="connsiteY4" fmla="*/ 1784604 h 2299144"/>
              <a:gd name="connsiteX0" fmla="*/ 3875723 w 3875723"/>
              <a:gd name="connsiteY0" fmla="*/ 1784604 h 2299145"/>
              <a:gd name="connsiteX1" fmla="*/ 0 w 3875723"/>
              <a:gd name="connsiteY1" fmla="*/ 2299145 h 2299145"/>
              <a:gd name="connsiteX2" fmla="*/ 843027 w 3875723"/>
              <a:gd name="connsiteY2" fmla="*/ 10819 h 2299145"/>
              <a:gd name="connsiteX3" fmla="*/ 3875723 w 3875723"/>
              <a:gd name="connsiteY3" fmla="*/ 0 h 2299145"/>
              <a:gd name="connsiteX4" fmla="*/ 3875723 w 3875723"/>
              <a:gd name="connsiteY4" fmla="*/ 1784604 h 2299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723" h="2299145">
                <a:moveTo>
                  <a:pt x="3875723" y="1784604"/>
                </a:moveTo>
                <a:lnTo>
                  <a:pt x="0" y="2299145"/>
                </a:lnTo>
                <a:lnTo>
                  <a:pt x="843027" y="10819"/>
                </a:lnTo>
                <a:lnTo>
                  <a:pt x="3875723" y="0"/>
                </a:lnTo>
                <a:lnTo>
                  <a:pt x="3875723" y="178460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2065194"/>
            <a:ext cx="7315200" cy="1363806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accent5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3558620"/>
            <a:ext cx="73152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A7B3B6F7-0016-3208-B66A-399A9679004C}"/>
              </a:ext>
            </a:extLst>
          </p:cNvPr>
          <p:cNvSpPr/>
          <p:nvPr userDrawn="1"/>
        </p:nvSpPr>
        <p:spPr>
          <a:xfrm rot="10800000">
            <a:off x="-1324" y="1399822"/>
            <a:ext cx="12198790" cy="5458176"/>
          </a:xfrm>
          <a:custGeom>
            <a:avLst/>
            <a:gdLst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3247055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2397969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73338 w 12192000"/>
              <a:gd name="connsiteY2" fmla="*/ 2627693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089939"/>
              <a:gd name="connsiteX1" fmla="*/ 12192000 w 12192000"/>
              <a:gd name="connsiteY1" fmla="*/ 0 h 3089939"/>
              <a:gd name="connsiteX2" fmla="*/ 12173338 w 12192000"/>
              <a:gd name="connsiteY2" fmla="*/ 2627693 h 3089939"/>
              <a:gd name="connsiteX3" fmla="*/ 9525 w 12192000"/>
              <a:gd name="connsiteY3" fmla="*/ 3089939 h 3089939"/>
              <a:gd name="connsiteX4" fmla="*/ 0 w 12192000"/>
              <a:gd name="connsiteY4" fmla="*/ 0 h 3089939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0 w 12193324"/>
              <a:gd name="connsiteY0" fmla="*/ 0 h 2960256"/>
              <a:gd name="connsiteX1" fmla="*/ 12192000 w 12193324"/>
              <a:gd name="connsiteY1" fmla="*/ 0 h 2960256"/>
              <a:gd name="connsiteX2" fmla="*/ 12193324 w 12193324"/>
              <a:gd name="connsiteY2" fmla="*/ 2619563 h 2960256"/>
              <a:gd name="connsiteX3" fmla="*/ 9525 w 12193324"/>
              <a:gd name="connsiteY3" fmla="*/ 2960256 h 2960256"/>
              <a:gd name="connsiteX4" fmla="*/ 0 w 12193324"/>
              <a:gd name="connsiteY4" fmla="*/ 0 h 2960256"/>
              <a:gd name="connsiteX0" fmla="*/ 5466 w 12198790"/>
              <a:gd name="connsiteY0" fmla="*/ 0 h 2960256"/>
              <a:gd name="connsiteX1" fmla="*/ 12197466 w 12198790"/>
              <a:gd name="connsiteY1" fmla="*/ 0 h 2960256"/>
              <a:gd name="connsiteX2" fmla="*/ 12198790 w 12198790"/>
              <a:gd name="connsiteY2" fmla="*/ 2619563 h 2960256"/>
              <a:gd name="connsiteX3" fmla="*/ 0 w 12198790"/>
              <a:gd name="connsiteY3" fmla="*/ 2960256 h 2960256"/>
              <a:gd name="connsiteX4" fmla="*/ 5466 w 12198790"/>
              <a:gd name="connsiteY4" fmla="*/ 0 h 296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8790" h="2960256">
                <a:moveTo>
                  <a:pt x="5466" y="0"/>
                </a:moveTo>
                <a:lnTo>
                  <a:pt x="12197466" y="0"/>
                </a:lnTo>
                <a:cubicBezTo>
                  <a:pt x="12197907" y="873188"/>
                  <a:pt x="12198349" y="1746375"/>
                  <a:pt x="12198790" y="2619563"/>
                </a:cubicBezTo>
                <a:lnTo>
                  <a:pt x="0" y="2960256"/>
                </a:lnTo>
                <a:lnTo>
                  <a:pt x="546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47BC30-0C7F-88B3-FFD4-55E5A21AA362}"/>
              </a:ext>
            </a:extLst>
          </p:cNvPr>
          <p:cNvSpPr/>
          <p:nvPr userDrawn="1"/>
        </p:nvSpPr>
        <p:spPr>
          <a:xfrm>
            <a:off x="-3771775" y="-7361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9C330-8D96-B366-BF9E-DE6111C7C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AFD1-F254-99E9-45FB-2CE3C527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275"/>
            <a:ext cx="10515600" cy="43576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FF379-4A1C-086A-1CD0-00287101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4A1F-3C46-8D2B-DAEB-172DF868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D808-CBAA-B9C7-9309-BC4A8CA1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1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9E0788BD-732B-7D90-8579-C68CC20C5959}"/>
              </a:ext>
            </a:extLst>
          </p:cNvPr>
          <p:cNvSpPr/>
          <p:nvPr userDrawn="1"/>
        </p:nvSpPr>
        <p:spPr>
          <a:xfrm rot="10800000">
            <a:off x="0" y="1299410"/>
            <a:ext cx="12192000" cy="5558588"/>
          </a:xfrm>
          <a:custGeom>
            <a:avLst/>
            <a:gdLst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3247055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2397969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73338 w 12192000"/>
              <a:gd name="connsiteY2" fmla="*/ 2627693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089939"/>
              <a:gd name="connsiteX1" fmla="*/ 12192000 w 12192000"/>
              <a:gd name="connsiteY1" fmla="*/ 0 h 3089939"/>
              <a:gd name="connsiteX2" fmla="*/ 12173338 w 12192000"/>
              <a:gd name="connsiteY2" fmla="*/ 2627693 h 3089939"/>
              <a:gd name="connsiteX3" fmla="*/ 9525 w 12192000"/>
              <a:gd name="connsiteY3" fmla="*/ 3089939 h 3089939"/>
              <a:gd name="connsiteX4" fmla="*/ 0 w 12192000"/>
              <a:gd name="connsiteY4" fmla="*/ 0 h 3089939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960256">
                <a:moveTo>
                  <a:pt x="0" y="0"/>
                </a:moveTo>
                <a:lnTo>
                  <a:pt x="12192000" y="0"/>
                </a:lnTo>
                <a:lnTo>
                  <a:pt x="12173338" y="2627693"/>
                </a:lnTo>
                <a:lnTo>
                  <a:pt x="9525" y="296025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3CFF01-F718-68C4-3EBF-EF64ED4453D9}"/>
              </a:ext>
            </a:extLst>
          </p:cNvPr>
          <p:cNvSpPr/>
          <p:nvPr userDrawn="1"/>
        </p:nvSpPr>
        <p:spPr>
          <a:xfrm>
            <a:off x="-3771775" y="-7361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EDB5E3A-9D88-BA3C-5D3A-DCEC3858A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4768AC5-DB67-736D-C120-A20E5736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A0675B8-4A30-E3CB-7637-3B200458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5FCB24E-7BAE-744B-7A24-FDF0CA30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70CB5A-97FA-DC81-2F77-52AD5C6BE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275"/>
            <a:ext cx="10515600" cy="43576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5">
            <a:extLst>
              <a:ext uri="{FF2B5EF4-FFF2-40B4-BE49-F238E27FC236}">
                <a16:creationId xmlns:a16="http://schemas.microsoft.com/office/drawing/2014/main" id="{8843A2ED-0615-59B0-58E1-92C1758DDD0E}"/>
              </a:ext>
            </a:extLst>
          </p:cNvPr>
          <p:cNvSpPr/>
          <p:nvPr userDrawn="1"/>
        </p:nvSpPr>
        <p:spPr>
          <a:xfrm>
            <a:off x="0" y="2447926"/>
            <a:ext cx="3680556" cy="4410075"/>
          </a:xfrm>
          <a:custGeom>
            <a:avLst/>
            <a:gdLst>
              <a:gd name="connsiteX0" fmla="*/ 12859 w 3680556"/>
              <a:gd name="connsiteY0" fmla="*/ 0 h 4410075"/>
              <a:gd name="connsiteX1" fmla="*/ 3680556 w 3680556"/>
              <a:gd name="connsiteY1" fmla="*/ 0 h 4410075"/>
              <a:gd name="connsiteX2" fmla="*/ 2229945 w 3680556"/>
              <a:gd name="connsiteY2" fmla="*/ 4410075 h 4410075"/>
              <a:gd name="connsiteX3" fmla="*/ 0 w 3680556"/>
              <a:gd name="connsiteY3" fmla="*/ 4410075 h 4410075"/>
              <a:gd name="connsiteX4" fmla="*/ 0 w 3680556"/>
              <a:gd name="connsiteY4" fmla="*/ 39094 h 441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0556" h="4410075">
                <a:moveTo>
                  <a:pt x="12859" y="0"/>
                </a:moveTo>
                <a:lnTo>
                  <a:pt x="3680556" y="0"/>
                </a:lnTo>
                <a:lnTo>
                  <a:pt x="2229945" y="4410075"/>
                </a:lnTo>
                <a:lnTo>
                  <a:pt x="0" y="4410075"/>
                </a:lnTo>
                <a:lnTo>
                  <a:pt x="0" y="3909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36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91849-8BBC-4FE1-BD56-DD8949645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4933B8-7F1B-8266-103E-F0EF88F55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825625"/>
            <a:ext cx="5257800" cy="4351338"/>
          </a:xfrm>
        </p:spPr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7BC8AE8-27F2-DA50-4A77-411BCFE6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25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rallelogram 7">
            <a:extLst>
              <a:ext uri="{FF2B5EF4-FFF2-40B4-BE49-F238E27FC236}">
                <a16:creationId xmlns:a16="http://schemas.microsoft.com/office/drawing/2014/main" id="{9530F64A-5F84-3E15-B582-95B875979608}"/>
              </a:ext>
            </a:extLst>
          </p:cNvPr>
          <p:cNvSpPr/>
          <p:nvPr userDrawn="1"/>
        </p:nvSpPr>
        <p:spPr>
          <a:xfrm flipH="1">
            <a:off x="-644817" y="2955219"/>
            <a:ext cx="2966033" cy="3902781"/>
          </a:xfrm>
          <a:prstGeom prst="parallelogram">
            <a:avLst>
              <a:gd name="adj" fmla="val 15886"/>
            </a:avLst>
          </a:prstGeom>
          <a:gradFill>
            <a:gsLst>
              <a:gs pos="26000">
                <a:schemeClr val="accent3"/>
              </a:gs>
              <a:gs pos="99000">
                <a:schemeClr val="accent2">
                  <a:alpha val="29644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4933B8-7F1B-8266-103E-F0EF88F55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825625"/>
            <a:ext cx="5257800" cy="4351338"/>
          </a:xfrm>
          <a:noFill/>
        </p:spPr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9A31A06-9CE9-613F-CE22-221FFCB07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2936F3-76A9-94DF-9493-32654DE1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45EC575A-FADE-B010-F488-DAFADFCD87C5}"/>
              </a:ext>
            </a:extLst>
          </p:cNvPr>
          <p:cNvSpPr/>
          <p:nvPr userDrawn="1"/>
        </p:nvSpPr>
        <p:spPr>
          <a:xfrm>
            <a:off x="-3771775" y="-7361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BE07EEF-8797-309D-236E-C74686EC15BF}"/>
              </a:ext>
            </a:extLst>
          </p:cNvPr>
          <p:cNvSpPr/>
          <p:nvPr userDrawn="1"/>
        </p:nvSpPr>
        <p:spPr>
          <a:xfrm flipH="1">
            <a:off x="10772815" y="1281377"/>
            <a:ext cx="1880148" cy="2473946"/>
          </a:xfrm>
          <a:prstGeom prst="parallelogram">
            <a:avLst>
              <a:gd name="adj" fmla="val 15886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8B4BE3F-B51C-A200-23A0-F16032BEB4E8}"/>
              </a:ext>
            </a:extLst>
          </p:cNvPr>
          <p:cNvSpPr/>
          <p:nvPr userDrawn="1"/>
        </p:nvSpPr>
        <p:spPr>
          <a:xfrm flipH="1">
            <a:off x="8844967" y="2955219"/>
            <a:ext cx="2966033" cy="3902781"/>
          </a:xfrm>
          <a:prstGeom prst="parallelogram">
            <a:avLst>
              <a:gd name="adj" fmla="val 15886"/>
            </a:avLst>
          </a:prstGeom>
          <a:gradFill>
            <a:gsLst>
              <a:gs pos="26000">
                <a:schemeClr val="accent3"/>
              </a:gs>
              <a:gs pos="99000">
                <a:schemeClr val="accent2">
                  <a:alpha val="29644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65194"/>
            <a:ext cx="7315200" cy="1363806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accent2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58620"/>
            <a:ext cx="73152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5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CB3C4A-35C0-C33C-3847-FA7CB9C3D539}"/>
              </a:ext>
            </a:extLst>
          </p:cNvPr>
          <p:cNvSpPr/>
          <p:nvPr userDrawn="1"/>
        </p:nvSpPr>
        <p:spPr>
          <a:xfrm rot="10800000">
            <a:off x="-6052" y="1311766"/>
            <a:ext cx="12213292" cy="5546232"/>
          </a:xfrm>
          <a:custGeom>
            <a:avLst/>
            <a:gdLst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3247055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2397969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73338 w 12192000"/>
              <a:gd name="connsiteY2" fmla="*/ 2627693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089939"/>
              <a:gd name="connsiteX1" fmla="*/ 12192000 w 12192000"/>
              <a:gd name="connsiteY1" fmla="*/ 0 h 3089939"/>
              <a:gd name="connsiteX2" fmla="*/ 12173338 w 12192000"/>
              <a:gd name="connsiteY2" fmla="*/ 2627693 h 3089939"/>
              <a:gd name="connsiteX3" fmla="*/ 9525 w 12192000"/>
              <a:gd name="connsiteY3" fmla="*/ 3089939 h 3089939"/>
              <a:gd name="connsiteX4" fmla="*/ 0 w 12192000"/>
              <a:gd name="connsiteY4" fmla="*/ 0 h 3089939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0 w 12198052"/>
              <a:gd name="connsiteY0" fmla="*/ 0 h 2960256"/>
              <a:gd name="connsiteX1" fmla="*/ 12192000 w 12198052"/>
              <a:gd name="connsiteY1" fmla="*/ 0 h 2960256"/>
              <a:gd name="connsiteX2" fmla="*/ 12198052 w 12198052"/>
              <a:gd name="connsiteY2" fmla="*/ 2604661 h 2960256"/>
              <a:gd name="connsiteX3" fmla="*/ 9525 w 12198052"/>
              <a:gd name="connsiteY3" fmla="*/ 2960256 h 2960256"/>
              <a:gd name="connsiteX4" fmla="*/ 0 w 12198052"/>
              <a:gd name="connsiteY4" fmla="*/ 0 h 2960256"/>
              <a:gd name="connsiteX0" fmla="*/ 0 w 12198052"/>
              <a:gd name="connsiteY0" fmla="*/ 0 h 2956966"/>
              <a:gd name="connsiteX1" fmla="*/ 12192000 w 12198052"/>
              <a:gd name="connsiteY1" fmla="*/ 0 h 2956966"/>
              <a:gd name="connsiteX2" fmla="*/ 12198052 w 12198052"/>
              <a:gd name="connsiteY2" fmla="*/ 2604661 h 2956966"/>
              <a:gd name="connsiteX3" fmla="*/ 3346 w 12198052"/>
              <a:gd name="connsiteY3" fmla="*/ 2956966 h 2956966"/>
              <a:gd name="connsiteX4" fmla="*/ 0 w 12198052"/>
              <a:gd name="connsiteY4" fmla="*/ 0 h 2956966"/>
              <a:gd name="connsiteX0" fmla="*/ 15240 w 12213292"/>
              <a:gd name="connsiteY0" fmla="*/ 0 h 2953676"/>
              <a:gd name="connsiteX1" fmla="*/ 12207240 w 12213292"/>
              <a:gd name="connsiteY1" fmla="*/ 0 h 2953676"/>
              <a:gd name="connsiteX2" fmla="*/ 12213292 w 12213292"/>
              <a:gd name="connsiteY2" fmla="*/ 2604661 h 2953676"/>
              <a:gd name="connsiteX3" fmla="*/ 51 w 12213292"/>
              <a:gd name="connsiteY3" fmla="*/ 2953676 h 2953676"/>
              <a:gd name="connsiteX4" fmla="*/ 15240 w 12213292"/>
              <a:gd name="connsiteY4" fmla="*/ 0 h 295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3292" h="2953676">
                <a:moveTo>
                  <a:pt x="15240" y="0"/>
                </a:moveTo>
                <a:lnTo>
                  <a:pt x="12207240" y="0"/>
                </a:lnTo>
                <a:cubicBezTo>
                  <a:pt x="12209257" y="868220"/>
                  <a:pt x="12211275" y="1736441"/>
                  <a:pt x="12213292" y="2604661"/>
                </a:cubicBezTo>
                <a:lnTo>
                  <a:pt x="51" y="2953676"/>
                </a:lnTo>
                <a:cubicBezTo>
                  <a:pt x="-1064" y="1968021"/>
                  <a:pt x="16355" y="985655"/>
                  <a:pt x="1524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2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647D0-2DAC-43ED-87F5-A7414E85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73"/>
            <a:ext cx="10515600" cy="8594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05204B20-3FF3-1B62-B791-276761FF80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666" y="2555627"/>
            <a:ext cx="1845511" cy="1845511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6508CFF-8A25-79C4-961A-5BF925A6D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568" y="475407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600" b="1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FE57C72-F51D-2C26-0713-4E42BC53147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64666" y="5133667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90552B7E-066B-4419-440C-7DBF8D74F4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84758" y="2555627"/>
            <a:ext cx="1845511" cy="1845511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F1EBBF7-272B-2030-FD70-8B60E466073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644291" y="4754077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600" b="1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4D604C2-F69E-A56E-E8A0-0E97F5B8280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81279" y="5148349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E69E7AA-7076-9008-7669-B431964A257D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73123" y="475407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600" b="1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013DA41-3F53-18FB-8EA4-082FDFD6791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08330" y="5148349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2062CA5E-2EF1-2F3C-938E-FC645562CDD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04850" y="2555627"/>
            <a:ext cx="1845511" cy="1845511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5447056-56D0-F940-3BCA-9BB068AD9CB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488845" y="4754077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600" b="1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00D8BC6-C62F-D235-403D-CDE467228F90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24943" y="5133667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2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5DBA31A6-F7A2-607B-AF3C-5F6A61454BB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24943" y="2555627"/>
            <a:ext cx="1845511" cy="1845511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0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2B2AD7C1-2E8A-2B58-CCFE-BB40EA364FB0}"/>
              </a:ext>
            </a:extLst>
          </p:cNvPr>
          <p:cNvSpPr/>
          <p:nvPr userDrawn="1"/>
        </p:nvSpPr>
        <p:spPr>
          <a:xfrm rot="10800000">
            <a:off x="0" y="1307877"/>
            <a:ext cx="12192000" cy="5550121"/>
          </a:xfrm>
          <a:custGeom>
            <a:avLst/>
            <a:gdLst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3247055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2397969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73338 w 12192000"/>
              <a:gd name="connsiteY2" fmla="*/ 2627693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089939"/>
              <a:gd name="connsiteX1" fmla="*/ 12192000 w 12192000"/>
              <a:gd name="connsiteY1" fmla="*/ 0 h 3089939"/>
              <a:gd name="connsiteX2" fmla="*/ 12173338 w 12192000"/>
              <a:gd name="connsiteY2" fmla="*/ 2627693 h 3089939"/>
              <a:gd name="connsiteX3" fmla="*/ 9525 w 12192000"/>
              <a:gd name="connsiteY3" fmla="*/ 3089939 h 3089939"/>
              <a:gd name="connsiteX4" fmla="*/ 0 w 12192000"/>
              <a:gd name="connsiteY4" fmla="*/ 0 h 3089939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90271 w 12192000"/>
              <a:gd name="connsiteY2" fmla="*/ 2623185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0 w 12192000"/>
              <a:gd name="connsiteY0" fmla="*/ 0 h 2955747"/>
              <a:gd name="connsiteX1" fmla="*/ 12192000 w 12192000"/>
              <a:gd name="connsiteY1" fmla="*/ 0 h 2955747"/>
              <a:gd name="connsiteX2" fmla="*/ 12190271 w 12192000"/>
              <a:gd name="connsiteY2" fmla="*/ 2623185 h 2955747"/>
              <a:gd name="connsiteX3" fmla="*/ 1058 w 12192000"/>
              <a:gd name="connsiteY3" fmla="*/ 2955747 h 2955747"/>
              <a:gd name="connsiteX4" fmla="*/ 0 w 12192000"/>
              <a:gd name="connsiteY4" fmla="*/ 0 h 295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955747">
                <a:moveTo>
                  <a:pt x="0" y="0"/>
                </a:moveTo>
                <a:lnTo>
                  <a:pt x="12192000" y="0"/>
                </a:lnTo>
                <a:cubicBezTo>
                  <a:pt x="12191424" y="874395"/>
                  <a:pt x="12190847" y="1748790"/>
                  <a:pt x="12190271" y="2623185"/>
                </a:cubicBezTo>
                <a:lnTo>
                  <a:pt x="1058" y="2955747"/>
                </a:lnTo>
                <a:cubicBezTo>
                  <a:pt x="705" y="1970498"/>
                  <a:pt x="353" y="98524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647D0-2DAC-43ED-87F5-A7414E85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73"/>
            <a:ext cx="10515600" cy="8594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A35F062-DE44-8DC8-78E2-1DAE0BED4A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5BD3B05-FCD0-A9F5-C281-F54C1B34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881D5DE-422E-FA35-81CF-F504DB7959F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DBFAC15E-87EB-71BC-B78C-668CDCD094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5F9BC0-24E5-BD24-BF19-ECCF2B43FE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99EFC4C-B728-2C75-A140-829D14BC9E8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79B31C9-AAD8-D0B6-70AA-D7B2C47D43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52B84A1-B8D7-F707-503A-A8844B50246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78C677-DC78-E52F-7A03-AB1C7F444B4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C02E928A-A6C6-254A-B966-5FD9E025F7D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D20816B-2866-6D4D-CCCC-4630BCCE617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2C6A96-9922-5A19-E234-D9693981FA2C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24A150CA-E7B4-832B-C02C-6CC33A7D3C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203D9EB-BB9D-DB24-F456-000FBA517CD8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CE7C596-B693-0EB7-2EFC-8D1BB510818C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7393841C-D8DB-F513-8DB5-745C615A628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581E7B9B-1979-90FC-C047-2B4E11EABDE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286C216-3BD0-83C7-9731-EAC7E5A9EE60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F988D4E8-675A-33F6-A307-754A879F235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F556D03-4C51-55C5-2574-BE94EB834079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A992AA-7DE7-CB16-4D5C-1E6C7296AD6E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D218B110-6BF2-BEAC-8509-74030C2333A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CCB2757-7F22-03EE-1BB3-FD32F5188A5D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400" b="1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302FE93-D3FF-3DC9-9302-037DFCF60770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525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1C94031-1A01-FB97-21C9-7D77E279F6DE}"/>
              </a:ext>
            </a:extLst>
          </p:cNvPr>
          <p:cNvSpPr/>
          <p:nvPr userDrawn="1"/>
        </p:nvSpPr>
        <p:spPr>
          <a:xfrm rot="10800000">
            <a:off x="-16042" y="5309935"/>
            <a:ext cx="12208042" cy="1564103"/>
          </a:xfrm>
          <a:custGeom>
            <a:avLst/>
            <a:gdLst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3247055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2397969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73338 w 12192000"/>
              <a:gd name="connsiteY2" fmla="*/ 2627693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089939"/>
              <a:gd name="connsiteX1" fmla="*/ 12192000 w 12192000"/>
              <a:gd name="connsiteY1" fmla="*/ 0 h 3089939"/>
              <a:gd name="connsiteX2" fmla="*/ 12173338 w 12192000"/>
              <a:gd name="connsiteY2" fmla="*/ 2627693 h 3089939"/>
              <a:gd name="connsiteX3" fmla="*/ 9525 w 12192000"/>
              <a:gd name="connsiteY3" fmla="*/ 3089939 h 3089939"/>
              <a:gd name="connsiteX4" fmla="*/ 0 w 12192000"/>
              <a:gd name="connsiteY4" fmla="*/ 0 h 3089939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327359 w 12182475"/>
              <a:gd name="connsiteY0" fmla="*/ 2409213 h 2960256"/>
              <a:gd name="connsiteX1" fmla="*/ 12182475 w 12182475"/>
              <a:gd name="connsiteY1" fmla="*/ 0 h 2960256"/>
              <a:gd name="connsiteX2" fmla="*/ 12163813 w 12182475"/>
              <a:gd name="connsiteY2" fmla="*/ 2627693 h 2960256"/>
              <a:gd name="connsiteX3" fmla="*/ 0 w 12182475"/>
              <a:gd name="connsiteY3" fmla="*/ 2960256 h 2960256"/>
              <a:gd name="connsiteX4" fmla="*/ 327359 w 12182475"/>
              <a:gd name="connsiteY4" fmla="*/ 2409213 h 2960256"/>
              <a:gd name="connsiteX0" fmla="*/ 0 w 12192000"/>
              <a:gd name="connsiteY0" fmla="*/ 214437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2144370 h 2960256"/>
              <a:gd name="connsiteX0" fmla="*/ 0 w 12192000"/>
              <a:gd name="connsiteY0" fmla="*/ 25629 h 841515"/>
              <a:gd name="connsiteX1" fmla="*/ 12192000 w 12192000"/>
              <a:gd name="connsiteY1" fmla="*/ 0 h 841515"/>
              <a:gd name="connsiteX2" fmla="*/ 12173338 w 12192000"/>
              <a:gd name="connsiteY2" fmla="*/ 508952 h 841515"/>
              <a:gd name="connsiteX3" fmla="*/ 9525 w 12192000"/>
              <a:gd name="connsiteY3" fmla="*/ 841515 h 841515"/>
              <a:gd name="connsiteX4" fmla="*/ 0 w 12192000"/>
              <a:gd name="connsiteY4" fmla="*/ 25629 h 841515"/>
              <a:gd name="connsiteX0" fmla="*/ 0 w 12208042"/>
              <a:gd name="connsiteY0" fmla="*/ 17086 h 832972"/>
              <a:gd name="connsiteX1" fmla="*/ 12208042 w 12208042"/>
              <a:gd name="connsiteY1" fmla="*/ 0 h 832972"/>
              <a:gd name="connsiteX2" fmla="*/ 12173338 w 12208042"/>
              <a:gd name="connsiteY2" fmla="*/ 500409 h 832972"/>
              <a:gd name="connsiteX3" fmla="*/ 9525 w 12208042"/>
              <a:gd name="connsiteY3" fmla="*/ 832972 h 832972"/>
              <a:gd name="connsiteX4" fmla="*/ 0 w 12208042"/>
              <a:gd name="connsiteY4" fmla="*/ 17086 h 832972"/>
              <a:gd name="connsiteX0" fmla="*/ 0 w 12198852"/>
              <a:gd name="connsiteY0" fmla="*/ 7298 h 832972"/>
              <a:gd name="connsiteX1" fmla="*/ 12198852 w 12198852"/>
              <a:gd name="connsiteY1" fmla="*/ 0 h 832972"/>
              <a:gd name="connsiteX2" fmla="*/ 12164148 w 12198852"/>
              <a:gd name="connsiteY2" fmla="*/ 500409 h 832972"/>
              <a:gd name="connsiteX3" fmla="*/ 335 w 12198852"/>
              <a:gd name="connsiteY3" fmla="*/ 832972 h 832972"/>
              <a:gd name="connsiteX4" fmla="*/ 0 w 12198852"/>
              <a:gd name="connsiteY4" fmla="*/ 7298 h 83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8852" h="832972">
                <a:moveTo>
                  <a:pt x="0" y="7298"/>
                </a:moveTo>
                <a:lnTo>
                  <a:pt x="12198852" y="0"/>
                </a:lnTo>
                <a:lnTo>
                  <a:pt x="12164148" y="500409"/>
                </a:lnTo>
                <a:lnTo>
                  <a:pt x="335" y="832972"/>
                </a:lnTo>
                <a:cubicBezTo>
                  <a:pt x="223" y="557747"/>
                  <a:pt x="112" y="282523"/>
                  <a:pt x="0" y="729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33F69C-DE0B-7FAB-9BD4-1C8076678EA8}"/>
              </a:ext>
            </a:extLst>
          </p:cNvPr>
          <p:cNvSpPr/>
          <p:nvPr userDrawn="1"/>
        </p:nvSpPr>
        <p:spPr>
          <a:xfrm>
            <a:off x="-5307277" y="-2567159"/>
            <a:ext cx="19040530" cy="19286881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8" name="SmartArt Placeholder 6">
            <a:extLst>
              <a:ext uri="{FF2B5EF4-FFF2-40B4-BE49-F238E27FC236}">
                <a16:creationId xmlns:a16="http://schemas.microsoft.com/office/drawing/2014/main" id="{C9C1860A-C2D8-69F8-BEF8-A455C1E01E4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809750"/>
            <a:ext cx="10515600" cy="4122739"/>
          </a:xfrm>
        </p:spPr>
        <p:txBody>
          <a:bodyPr>
            <a:normAutofit/>
          </a:bodyPr>
          <a:lstStyle>
            <a:lvl1pPr>
              <a:defRPr sz="1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sull'icona per aggiungere un elemento grafico SmartArt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0BEAAD-4D70-27B5-4F9D-C633F5E2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9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2C481E2-2ABE-BFFB-3BA7-EEB220E20183}"/>
              </a:ext>
            </a:extLst>
          </p:cNvPr>
          <p:cNvSpPr/>
          <p:nvPr userDrawn="1"/>
        </p:nvSpPr>
        <p:spPr>
          <a:xfrm flipH="1">
            <a:off x="0" y="1690688"/>
            <a:ext cx="3581400" cy="4805362"/>
          </a:xfrm>
          <a:custGeom>
            <a:avLst/>
            <a:gdLst>
              <a:gd name="connsiteX0" fmla="*/ 0 w 7578055"/>
              <a:gd name="connsiteY0" fmla="*/ 0 h 5268286"/>
              <a:gd name="connsiteX1" fmla="*/ 7578055 w 7578055"/>
              <a:gd name="connsiteY1" fmla="*/ 0 h 5268286"/>
              <a:gd name="connsiteX2" fmla="*/ 7578055 w 7578055"/>
              <a:gd name="connsiteY2" fmla="*/ 5268286 h 5268286"/>
              <a:gd name="connsiteX3" fmla="*/ 0 w 7578055"/>
              <a:gd name="connsiteY3" fmla="*/ 5268286 h 5268286"/>
              <a:gd name="connsiteX4" fmla="*/ 0 w 7578055"/>
              <a:gd name="connsiteY4" fmla="*/ 0 h 5268286"/>
              <a:gd name="connsiteX0" fmla="*/ 0 w 7578055"/>
              <a:gd name="connsiteY0" fmla="*/ 0 h 5268286"/>
              <a:gd name="connsiteX1" fmla="*/ 7578055 w 7578055"/>
              <a:gd name="connsiteY1" fmla="*/ 0 h 5268286"/>
              <a:gd name="connsiteX2" fmla="*/ 7569666 w 7578055"/>
              <a:gd name="connsiteY2" fmla="*/ 3783435 h 5268286"/>
              <a:gd name="connsiteX3" fmla="*/ 0 w 7578055"/>
              <a:gd name="connsiteY3" fmla="*/ 5268286 h 5268286"/>
              <a:gd name="connsiteX4" fmla="*/ 0 w 7578055"/>
              <a:gd name="connsiteY4" fmla="*/ 0 h 5268286"/>
              <a:gd name="connsiteX0" fmla="*/ 0 w 7578055"/>
              <a:gd name="connsiteY0" fmla="*/ 0 h 4315727"/>
              <a:gd name="connsiteX1" fmla="*/ 7578055 w 7578055"/>
              <a:gd name="connsiteY1" fmla="*/ 0 h 4315727"/>
              <a:gd name="connsiteX2" fmla="*/ 7569666 w 7578055"/>
              <a:gd name="connsiteY2" fmla="*/ 3783435 h 4315727"/>
              <a:gd name="connsiteX3" fmla="*/ 17081 w 7578055"/>
              <a:gd name="connsiteY3" fmla="*/ 4315727 h 4315727"/>
              <a:gd name="connsiteX4" fmla="*/ 0 w 7578055"/>
              <a:gd name="connsiteY4" fmla="*/ 0 h 4315727"/>
              <a:gd name="connsiteX0" fmla="*/ 0 w 7578055"/>
              <a:gd name="connsiteY0" fmla="*/ 0 h 4315727"/>
              <a:gd name="connsiteX1" fmla="*/ 7578055 w 7578055"/>
              <a:gd name="connsiteY1" fmla="*/ 0 h 4315727"/>
              <a:gd name="connsiteX2" fmla="*/ 7569666 w 7578055"/>
              <a:gd name="connsiteY2" fmla="*/ 3783435 h 4315727"/>
              <a:gd name="connsiteX3" fmla="*/ 8540 w 7578055"/>
              <a:gd name="connsiteY3" fmla="*/ 4315727 h 4315727"/>
              <a:gd name="connsiteX4" fmla="*/ 0 w 7578055"/>
              <a:gd name="connsiteY4" fmla="*/ 0 h 4315727"/>
              <a:gd name="connsiteX0" fmla="*/ 0 w 7578055"/>
              <a:gd name="connsiteY0" fmla="*/ 0 h 4315727"/>
              <a:gd name="connsiteX1" fmla="*/ 7578055 w 7578055"/>
              <a:gd name="connsiteY1" fmla="*/ 0 h 4315727"/>
              <a:gd name="connsiteX2" fmla="*/ 7569667 w 7578055"/>
              <a:gd name="connsiteY2" fmla="*/ 3903047 h 4315727"/>
              <a:gd name="connsiteX3" fmla="*/ 8540 w 7578055"/>
              <a:gd name="connsiteY3" fmla="*/ 4315727 h 4315727"/>
              <a:gd name="connsiteX4" fmla="*/ 0 w 7578055"/>
              <a:gd name="connsiteY4" fmla="*/ 0 h 4315727"/>
              <a:gd name="connsiteX0" fmla="*/ 3477 w 7581532"/>
              <a:gd name="connsiteY0" fmla="*/ 0 h 3966359"/>
              <a:gd name="connsiteX1" fmla="*/ 7581532 w 7581532"/>
              <a:gd name="connsiteY1" fmla="*/ 0 h 3966359"/>
              <a:gd name="connsiteX2" fmla="*/ 7573144 w 7581532"/>
              <a:gd name="connsiteY2" fmla="*/ 3903047 h 3966359"/>
              <a:gd name="connsiteX3" fmla="*/ 1438 w 7581532"/>
              <a:gd name="connsiteY3" fmla="*/ 3966359 h 3966359"/>
              <a:gd name="connsiteX4" fmla="*/ 3477 w 7581532"/>
              <a:gd name="connsiteY4" fmla="*/ 0 h 3966359"/>
              <a:gd name="connsiteX0" fmla="*/ 3478 w 7581533"/>
              <a:gd name="connsiteY0" fmla="*/ 0 h 4400783"/>
              <a:gd name="connsiteX1" fmla="*/ 7581533 w 7581533"/>
              <a:gd name="connsiteY1" fmla="*/ 0 h 4400783"/>
              <a:gd name="connsiteX2" fmla="*/ 7573145 w 7581533"/>
              <a:gd name="connsiteY2" fmla="*/ 4382572 h 4400783"/>
              <a:gd name="connsiteX3" fmla="*/ 1439 w 7581533"/>
              <a:gd name="connsiteY3" fmla="*/ 3966359 h 4400783"/>
              <a:gd name="connsiteX4" fmla="*/ 3478 w 7581533"/>
              <a:gd name="connsiteY4" fmla="*/ 0 h 4400783"/>
              <a:gd name="connsiteX0" fmla="*/ 3478 w 7581533"/>
              <a:gd name="connsiteY0" fmla="*/ 0 h 4413411"/>
              <a:gd name="connsiteX1" fmla="*/ 7581533 w 7581533"/>
              <a:gd name="connsiteY1" fmla="*/ 0 h 4413411"/>
              <a:gd name="connsiteX2" fmla="*/ 7573145 w 7581533"/>
              <a:gd name="connsiteY2" fmla="*/ 4382572 h 4413411"/>
              <a:gd name="connsiteX3" fmla="*/ 1439 w 7581533"/>
              <a:gd name="connsiteY3" fmla="*/ 3966359 h 4413411"/>
              <a:gd name="connsiteX4" fmla="*/ 3478 w 7581533"/>
              <a:gd name="connsiteY4" fmla="*/ 0 h 4413411"/>
              <a:gd name="connsiteX0" fmla="*/ 3478 w 7581533"/>
              <a:gd name="connsiteY0" fmla="*/ 0 h 4382572"/>
              <a:gd name="connsiteX1" fmla="*/ 7581533 w 7581533"/>
              <a:gd name="connsiteY1" fmla="*/ 0 h 4382572"/>
              <a:gd name="connsiteX2" fmla="*/ 7573145 w 7581533"/>
              <a:gd name="connsiteY2" fmla="*/ 4382572 h 4382572"/>
              <a:gd name="connsiteX3" fmla="*/ 1439 w 7581533"/>
              <a:gd name="connsiteY3" fmla="*/ 3966359 h 4382572"/>
              <a:gd name="connsiteX4" fmla="*/ 3478 w 7581533"/>
              <a:gd name="connsiteY4" fmla="*/ 0 h 4382572"/>
              <a:gd name="connsiteX0" fmla="*/ 3478 w 7581533"/>
              <a:gd name="connsiteY0" fmla="*/ 0 h 4382572"/>
              <a:gd name="connsiteX1" fmla="*/ 7581533 w 7581533"/>
              <a:gd name="connsiteY1" fmla="*/ 0 h 4382572"/>
              <a:gd name="connsiteX2" fmla="*/ 7573145 w 7581533"/>
              <a:gd name="connsiteY2" fmla="*/ 4382572 h 4382572"/>
              <a:gd name="connsiteX3" fmla="*/ 1439 w 7581533"/>
              <a:gd name="connsiteY3" fmla="*/ 3966359 h 4382572"/>
              <a:gd name="connsiteX4" fmla="*/ 3478 w 7581533"/>
              <a:gd name="connsiteY4" fmla="*/ 0 h 4382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1533" h="4382572">
                <a:moveTo>
                  <a:pt x="3478" y="0"/>
                </a:moveTo>
                <a:lnTo>
                  <a:pt x="7581533" y="0"/>
                </a:lnTo>
                <a:cubicBezTo>
                  <a:pt x="7578737" y="1261145"/>
                  <a:pt x="7575941" y="3121427"/>
                  <a:pt x="7573145" y="4382572"/>
                </a:cubicBezTo>
                <a:lnTo>
                  <a:pt x="1439" y="3966359"/>
                </a:lnTo>
                <a:cubicBezTo>
                  <a:pt x="-4255" y="2527783"/>
                  <a:pt x="9172" y="1438576"/>
                  <a:pt x="34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D5138-204B-911B-7797-063BD47D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A73D1-79A6-8394-AA08-8A9E2DCF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623F1-C763-C35F-8E33-378F8304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64E5A5C-448A-9825-F687-827538B06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422172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E477264-934E-B474-FE17-B87FBCA4C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166385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9A33B6D-6075-DF7B-FF88-F7D0BDE963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91679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C31E863A-DA0F-3221-E963-EB0AD9F010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4661212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C55AFB9-3F9E-1BC0-B83C-8E42F84E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189" y="2527928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BB7B178D-5178-0A7C-5CBE-A4FDDE7E7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6189" y="3264852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F919270-1DE2-87A4-35AE-C9CBC906FA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16189" y="4011766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46DE7C1-1781-1B7E-11BA-B00418D95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16189" y="4748894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Bricolage Grotesque 14pt" panose="020B0605040402000204" pitchFamily="34" charset="0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A25D78-EA05-8E9B-4FC0-23A07C7CF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68959" y="4948397"/>
            <a:ext cx="658235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73CB3B-4BBE-013A-4914-F39D1387E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68959" y="4204823"/>
            <a:ext cx="658235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0D5AC5-7722-2947-768E-26CA2EDD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68959" y="3454974"/>
            <a:ext cx="658235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FBABEB-436F-2ED5-B871-7E19F9D0F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68959" y="2710483"/>
            <a:ext cx="658235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C72B85F4-EF7F-236D-7ECE-BB995FE8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66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0AA45F6-66A1-83D7-9FA1-26A76CEC7235}"/>
              </a:ext>
            </a:extLst>
          </p:cNvPr>
          <p:cNvSpPr/>
          <p:nvPr userDrawn="1"/>
        </p:nvSpPr>
        <p:spPr>
          <a:xfrm>
            <a:off x="-3771775" y="-7361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89D17C2-6EDB-8A62-12D4-AF97D4B27C8E}"/>
              </a:ext>
            </a:extLst>
          </p:cNvPr>
          <p:cNvSpPr/>
          <p:nvPr userDrawn="1"/>
        </p:nvSpPr>
        <p:spPr>
          <a:xfrm flipH="1">
            <a:off x="9982200" y="2955219"/>
            <a:ext cx="2966033" cy="3902781"/>
          </a:xfrm>
          <a:prstGeom prst="parallelogram">
            <a:avLst>
              <a:gd name="adj" fmla="val 15886"/>
            </a:avLst>
          </a:prstGeom>
          <a:gradFill>
            <a:gsLst>
              <a:gs pos="26000">
                <a:schemeClr val="accent3"/>
              </a:gs>
              <a:gs pos="99000">
                <a:schemeClr val="accent2">
                  <a:alpha val="29644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F5514-3F47-0C9C-9AD7-AFD1FE880F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7FB3-70D5-7DA4-A11B-9A5664148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5874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D676-54F3-C077-56F4-907DD78FDAC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B3973-833E-1126-A0D9-B347B3A87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5874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3BA20-4333-CEE9-0870-6AEAD0DB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2A7E9-8D26-30BF-EE5E-0920A52E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FC5DF-E300-9F54-FD16-B363E8CE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601431B-D601-72B8-4A1D-B3EC6571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41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5">
            <a:extLst>
              <a:ext uri="{FF2B5EF4-FFF2-40B4-BE49-F238E27FC236}">
                <a16:creationId xmlns:a16="http://schemas.microsoft.com/office/drawing/2014/main" id="{CA189242-1338-EF2E-C1AA-8BD15D86F6F5}"/>
              </a:ext>
            </a:extLst>
          </p:cNvPr>
          <p:cNvSpPr/>
          <p:nvPr userDrawn="1"/>
        </p:nvSpPr>
        <p:spPr>
          <a:xfrm>
            <a:off x="0" y="2447926"/>
            <a:ext cx="3680556" cy="4410075"/>
          </a:xfrm>
          <a:custGeom>
            <a:avLst/>
            <a:gdLst>
              <a:gd name="connsiteX0" fmla="*/ 12859 w 3680556"/>
              <a:gd name="connsiteY0" fmla="*/ 0 h 4410075"/>
              <a:gd name="connsiteX1" fmla="*/ 3680556 w 3680556"/>
              <a:gd name="connsiteY1" fmla="*/ 0 h 4410075"/>
              <a:gd name="connsiteX2" fmla="*/ 2229945 w 3680556"/>
              <a:gd name="connsiteY2" fmla="*/ 4410075 h 4410075"/>
              <a:gd name="connsiteX3" fmla="*/ 0 w 3680556"/>
              <a:gd name="connsiteY3" fmla="*/ 4410075 h 4410075"/>
              <a:gd name="connsiteX4" fmla="*/ 0 w 3680556"/>
              <a:gd name="connsiteY4" fmla="*/ 39094 h 441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0556" h="4410075">
                <a:moveTo>
                  <a:pt x="12859" y="0"/>
                </a:moveTo>
                <a:lnTo>
                  <a:pt x="3680556" y="0"/>
                </a:lnTo>
                <a:lnTo>
                  <a:pt x="2229945" y="4410075"/>
                </a:lnTo>
                <a:lnTo>
                  <a:pt x="0" y="4410075"/>
                </a:lnTo>
                <a:lnTo>
                  <a:pt x="0" y="3909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36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1FCD0-5454-0121-1DDB-9A8862B8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04F85528-7667-1E46-8111-8E661B15A7D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1C240-2CEE-BE8A-8CD6-3A60FB97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775B4-B7B2-9DE4-81CE-BE87A26A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40D38F-CF40-6542-AE46-FC2D631B0D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96403"/>
            <a:ext cx="328737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7B94411-EE1B-C03C-ECA6-2C4902E5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954073"/>
            <a:ext cx="3287379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FA7392-094B-A613-86FB-A9E944F236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44215" y="1896403"/>
            <a:ext cx="330356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8ACE00C-9CB9-DC00-4643-DA904CA9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4215" y="2954073"/>
            <a:ext cx="3303569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013688-DF31-3EE2-D370-36B3288E68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1896403"/>
            <a:ext cx="328737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F083F95-2FCF-68CA-C819-D4BE0495B3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2954073"/>
            <a:ext cx="3287379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Bricolage Grotesque 14pt" panose="020B060504040200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497292C-45D7-5F31-5CAB-869A3E9A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>
            <a:normAutofit/>
          </a:bodyPr>
          <a:lstStyle>
            <a:lvl1pPr>
              <a:defRPr sz="3600">
                <a:latin typeface="Bricolage Grotesque 14pt" panose="020B060504040200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8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8">
            <a:extLst>
              <a:ext uri="{FF2B5EF4-FFF2-40B4-BE49-F238E27FC236}">
                <a16:creationId xmlns:a16="http://schemas.microsoft.com/office/drawing/2014/main" id="{9906FC4C-0341-69D5-6CE8-0C0E1D97DC6E}"/>
              </a:ext>
            </a:extLst>
          </p:cNvPr>
          <p:cNvSpPr/>
          <p:nvPr userDrawn="1"/>
        </p:nvSpPr>
        <p:spPr>
          <a:xfrm rot="10800000">
            <a:off x="-2" y="2633543"/>
            <a:ext cx="3041375" cy="4224455"/>
          </a:xfrm>
          <a:custGeom>
            <a:avLst/>
            <a:gdLst>
              <a:gd name="connsiteX0" fmla="*/ 3875723 w 3875722"/>
              <a:gd name="connsiteY0" fmla="*/ 1784604 h 2299144"/>
              <a:gd name="connsiteX1" fmla="*/ 0 w 3875722"/>
              <a:gd name="connsiteY1" fmla="*/ 2299145 h 2299144"/>
              <a:gd name="connsiteX2" fmla="*/ 2134934 w 3875722"/>
              <a:gd name="connsiteY2" fmla="*/ 0 h 2299144"/>
              <a:gd name="connsiteX3" fmla="*/ 3875723 w 3875722"/>
              <a:gd name="connsiteY3" fmla="*/ 0 h 2299144"/>
              <a:gd name="connsiteX4" fmla="*/ 3875723 w 3875722"/>
              <a:gd name="connsiteY4" fmla="*/ 1784604 h 2299144"/>
              <a:gd name="connsiteX0" fmla="*/ 3875723 w 3875723"/>
              <a:gd name="connsiteY0" fmla="*/ 1784604 h 2299145"/>
              <a:gd name="connsiteX1" fmla="*/ 0 w 3875723"/>
              <a:gd name="connsiteY1" fmla="*/ 2299145 h 2299145"/>
              <a:gd name="connsiteX2" fmla="*/ 843027 w 3875723"/>
              <a:gd name="connsiteY2" fmla="*/ 10819 h 2299145"/>
              <a:gd name="connsiteX3" fmla="*/ 3875723 w 3875723"/>
              <a:gd name="connsiteY3" fmla="*/ 0 h 2299145"/>
              <a:gd name="connsiteX4" fmla="*/ 3875723 w 3875723"/>
              <a:gd name="connsiteY4" fmla="*/ 1784604 h 2299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723" h="2299145">
                <a:moveTo>
                  <a:pt x="3875723" y="1784604"/>
                </a:moveTo>
                <a:lnTo>
                  <a:pt x="0" y="2299145"/>
                </a:lnTo>
                <a:lnTo>
                  <a:pt x="843027" y="10819"/>
                </a:lnTo>
                <a:lnTo>
                  <a:pt x="3875723" y="0"/>
                </a:lnTo>
                <a:lnTo>
                  <a:pt x="3875723" y="178460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99C04-25C4-3AB8-A2F3-28C7B7DA021D}"/>
              </a:ext>
            </a:extLst>
          </p:cNvPr>
          <p:cNvSpPr/>
          <p:nvPr userDrawn="1"/>
        </p:nvSpPr>
        <p:spPr>
          <a:xfrm>
            <a:off x="449783" y="-1801655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7788" y="2560586"/>
            <a:ext cx="7315200" cy="136380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788" y="4054012"/>
            <a:ext cx="73152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17DFD3-3C3E-A851-28BA-B6CCC1803AAB}"/>
              </a:ext>
            </a:extLst>
          </p:cNvPr>
          <p:cNvSpPr/>
          <p:nvPr userDrawn="1"/>
        </p:nvSpPr>
        <p:spPr>
          <a:xfrm>
            <a:off x="11360150" y="2934902"/>
            <a:ext cx="3848100" cy="2523158"/>
          </a:xfrm>
          <a:prstGeom prst="roundRect">
            <a:avLst>
              <a:gd name="adj" fmla="val 6766"/>
            </a:avLst>
          </a:prstGeom>
          <a:solidFill>
            <a:srgbClr val="4A4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78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40653215-3801-C9A4-8AD7-ED0CE6104A30}"/>
              </a:ext>
            </a:extLst>
          </p:cNvPr>
          <p:cNvSpPr/>
          <p:nvPr userDrawn="1"/>
        </p:nvSpPr>
        <p:spPr>
          <a:xfrm rot="10800000">
            <a:off x="0" y="3735420"/>
            <a:ext cx="12192000" cy="3122579"/>
          </a:xfrm>
          <a:custGeom>
            <a:avLst/>
            <a:gdLst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3247055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92000 w 12192000"/>
              <a:gd name="connsiteY2" fmla="*/ 2397969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247055"/>
              <a:gd name="connsiteX1" fmla="*/ 12192000 w 12192000"/>
              <a:gd name="connsiteY1" fmla="*/ 0 h 3247055"/>
              <a:gd name="connsiteX2" fmla="*/ 12173338 w 12192000"/>
              <a:gd name="connsiteY2" fmla="*/ 2627693 h 3247055"/>
              <a:gd name="connsiteX3" fmla="*/ 0 w 12192000"/>
              <a:gd name="connsiteY3" fmla="*/ 3247055 h 3247055"/>
              <a:gd name="connsiteX4" fmla="*/ 0 w 12192000"/>
              <a:gd name="connsiteY4" fmla="*/ 0 h 3247055"/>
              <a:gd name="connsiteX0" fmla="*/ 0 w 12192000"/>
              <a:gd name="connsiteY0" fmla="*/ 0 h 3089939"/>
              <a:gd name="connsiteX1" fmla="*/ 12192000 w 12192000"/>
              <a:gd name="connsiteY1" fmla="*/ 0 h 3089939"/>
              <a:gd name="connsiteX2" fmla="*/ 12173338 w 12192000"/>
              <a:gd name="connsiteY2" fmla="*/ 2627693 h 3089939"/>
              <a:gd name="connsiteX3" fmla="*/ 9525 w 12192000"/>
              <a:gd name="connsiteY3" fmla="*/ 3089939 h 3089939"/>
              <a:gd name="connsiteX4" fmla="*/ 0 w 12192000"/>
              <a:gd name="connsiteY4" fmla="*/ 0 h 3089939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2627693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73338 w 12192000"/>
              <a:gd name="connsiteY2" fmla="*/ 1982154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  <a:gd name="connsiteX0" fmla="*/ 0 w 12192000"/>
              <a:gd name="connsiteY0" fmla="*/ 0 h 2960256"/>
              <a:gd name="connsiteX1" fmla="*/ 12192000 w 12192000"/>
              <a:gd name="connsiteY1" fmla="*/ 0 h 2960256"/>
              <a:gd name="connsiteX2" fmla="*/ 12189570 w 12192000"/>
              <a:gd name="connsiteY2" fmla="*/ 1961636 h 2960256"/>
              <a:gd name="connsiteX3" fmla="*/ 9525 w 12192000"/>
              <a:gd name="connsiteY3" fmla="*/ 2960256 h 2960256"/>
              <a:gd name="connsiteX4" fmla="*/ 0 w 12192000"/>
              <a:gd name="connsiteY4" fmla="*/ 0 h 296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960256">
                <a:moveTo>
                  <a:pt x="0" y="0"/>
                </a:moveTo>
                <a:lnTo>
                  <a:pt x="12192000" y="0"/>
                </a:lnTo>
                <a:lnTo>
                  <a:pt x="12189570" y="1961636"/>
                </a:lnTo>
                <a:lnTo>
                  <a:pt x="9525" y="296025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D69263-227C-2EB0-E147-3F5AF5F013E5}"/>
              </a:ext>
            </a:extLst>
          </p:cNvPr>
          <p:cNvSpPr/>
          <p:nvPr userDrawn="1"/>
        </p:nvSpPr>
        <p:spPr>
          <a:xfrm>
            <a:off x="-3771775" y="-7361"/>
            <a:ext cx="12834417" cy="13000472"/>
          </a:xfrm>
          <a:prstGeom prst="ellipse">
            <a:avLst/>
          </a:prstGeom>
          <a:solidFill>
            <a:srgbClr val="6436E6">
              <a:alpha val="25000"/>
            </a:srgb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2065194"/>
            <a:ext cx="7315200" cy="1363806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9800" y="3558620"/>
            <a:ext cx="73152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4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17">
            <a:extLst>
              <a:ext uri="{FF2B5EF4-FFF2-40B4-BE49-F238E27FC236}">
                <a16:creationId xmlns:a16="http://schemas.microsoft.com/office/drawing/2014/main" id="{F953D64D-7625-8A97-1E3D-5AA946E1CE4E}"/>
              </a:ext>
            </a:extLst>
          </p:cNvPr>
          <p:cNvSpPr/>
          <p:nvPr userDrawn="1"/>
        </p:nvSpPr>
        <p:spPr>
          <a:xfrm>
            <a:off x="10603722" y="6271475"/>
            <a:ext cx="845426" cy="593407"/>
          </a:xfrm>
          <a:custGeom>
            <a:avLst/>
            <a:gdLst>
              <a:gd name="connsiteX0" fmla="*/ 729615 w 729614"/>
              <a:gd name="connsiteY0" fmla="*/ 593408 h 593407"/>
              <a:gd name="connsiteX1" fmla="*/ 0 w 729614"/>
              <a:gd name="connsiteY1" fmla="*/ 593408 h 593407"/>
              <a:gd name="connsiteX2" fmla="*/ 126492 w 729614"/>
              <a:gd name="connsiteY2" fmla="*/ 0 h 593407"/>
              <a:gd name="connsiteX3" fmla="*/ 729615 w 729614"/>
              <a:gd name="connsiteY3" fmla="*/ 0 h 593407"/>
              <a:gd name="connsiteX4" fmla="*/ 729615 w 729614"/>
              <a:gd name="connsiteY4" fmla="*/ 593408 h 593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9614" h="593407">
                <a:moveTo>
                  <a:pt x="729615" y="593408"/>
                </a:moveTo>
                <a:lnTo>
                  <a:pt x="0" y="593408"/>
                </a:lnTo>
                <a:lnTo>
                  <a:pt x="126492" y="0"/>
                </a:lnTo>
                <a:lnTo>
                  <a:pt x="729615" y="0"/>
                </a:lnTo>
                <a:lnTo>
                  <a:pt x="729615" y="59340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latin typeface="Bricolage Grotesque 14pt" panose="020B060504040200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5B075F-675B-C4C0-EEE2-DC738C655A0E}"/>
              </a:ext>
            </a:extLst>
          </p:cNvPr>
          <p:cNvSpPr/>
          <p:nvPr userDrawn="1"/>
        </p:nvSpPr>
        <p:spPr>
          <a:xfrm>
            <a:off x="9491944" y="1027906"/>
            <a:ext cx="3723712" cy="377189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FA840-F174-E709-8035-A756E0947826}"/>
              </a:ext>
            </a:extLst>
          </p:cNvPr>
          <p:cNvSpPr/>
          <p:nvPr userDrawn="1"/>
        </p:nvSpPr>
        <p:spPr>
          <a:xfrm>
            <a:off x="8238958" y="-342890"/>
            <a:ext cx="3723712" cy="3771890"/>
          </a:xfrm>
          <a:prstGeom prst="ellipse">
            <a:avLst/>
          </a:prstGeom>
          <a:solidFill>
            <a:schemeClr val="accent2">
              <a:alpha val="40075"/>
            </a:schemeClr>
          </a:solidFill>
          <a:ln>
            <a:noFill/>
          </a:ln>
          <a:effectLst>
            <a:glow rad="1384300">
              <a:schemeClr val="accent1">
                <a:alpha val="0"/>
              </a:schemeClr>
            </a:glow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Bricolage Grotesque 14pt" panose="020B060504040200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69D09-5D6C-0DAA-99A3-78D3377C3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9700C-6483-DE81-39ED-BDDCF5703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1EBE6-C336-623E-B0B5-B0DDBC22F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ricolage Grotesque 14pt" panose="020B0605040402000204" pitchFamily="34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64" r:id="rId8"/>
    <p:sldLayoutId id="2147483665" r:id="rId9"/>
    <p:sldLayoutId id="2147483663" r:id="rId10"/>
    <p:sldLayoutId id="2147483667" r:id="rId11"/>
    <p:sldLayoutId id="2147483666" r:id="rId12"/>
    <p:sldLayoutId id="2147483654" r:id="rId13"/>
    <p:sldLayoutId id="2147483653" r:id="rId14"/>
    <p:sldLayoutId id="2147483655" r:id="rId15"/>
    <p:sldLayoutId id="2147483668" r:id="rId16"/>
    <p:sldLayoutId id="214748366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Bricolage Grotesque 14pt" panose="020B060504040200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Bricolage Grotesque 14pt" panose="020B060504040200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A2526-3BCE-13A1-F2CB-973D5B5E3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433" y="2300748"/>
            <a:ext cx="6840794" cy="1759973"/>
          </a:xfrm>
        </p:spPr>
        <p:txBody>
          <a:bodyPr>
            <a:normAutofit/>
          </a:bodyPr>
          <a:lstStyle/>
          <a:p>
            <a:r>
              <a:rPr lang="it-I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</a:t>
            </a:r>
            <a:r>
              <a:rPr lang="it-IT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it-I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it-IT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Autonomous</a:t>
            </a:r>
            <a:r>
              <a:rPr lang="it-I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r>
              <a:rPr lang="it-I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Rural </a:t>
            </a:r>
            <a:r>
              <a:rPr lang="it-IT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CDB20-D612-DBEA-5A96-475A500C7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1379" y="231558"/>
            <a:ext cx="7964130" cy="35837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DEPARTMENT OF INFORMATION AND ELECTRICAL ENGINEERING AND APPLIED MATHEMATICS-UNISA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2EDB377-5034-EB00-8193-A10948CEB274}"/>
              </a:ext>
            </a:extLst>
          </p:cNvPr>
          <p:cNvSpPr txBox="1"/>
          <p:nvPr/>
        </p:nvSpPr>
        <p:spPr>
          <a:xfrm>
            <a:off x="2903619" y="1214509"/>
            <a:ext cx="6384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Project Work – A.Y. 2024/2025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556274-DF3A-1F0C-7BEB-E8A6655D8A3F}"/>
              </a:ext>
            </a:extLst>
          </p:cNvPr>
          <p:cNvSpPr txBox="1"/>
          <p:nvPr/>
        </p:nvSpPr>
        <p:spPr>
          <a:xfrm>
            <a:off x="238433" y="4798142"/>
            <a:ext cx="5405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30 </a:t>
            </a: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Infante Angelo	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Senatore Annachiara	</a:t>
            </a:r>
          </a:p>
        </p:txBody>
      </p:sp>
      <p:pic>
        <p:nvPicPr>
          <p:cNvPr id="1026" name="Picture 2" descr="logo-unisa-png - OPI Salerno">
            <a:extLst>
              <a:ext uri="{FF2B5EF4-FFF2-40B4-BE49-F238E27FC236}">
                <a16:creationId xmlns:a16="http://schemas.microsoft.com/office/drawing/2014/main" id="{F0005D42-72FA-65ED-B78C-D9B9DF4B3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82" t="-453" r="30860" b="34315"/>
          <a:stretch>
            <a:fillRect/>
          </a:stretch>
        </p:blipFill>
        <p:spPr bwMode="auto">
          <a:xfrm>
            <a:off x="8009919" y="3734176"/>
            <a:ext cx="2218991" cy="212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mappa&#10;&#10;Il contenuto generato dall'IA potrebbe non essere corretto.">
            <a:extLst>
              <a:ext uri="{FF2B5EF4-FFF2-40B4-BE49-F238E27FC236}">
                <a16:creationId xmlns:a16="http://schemas.microsoft.com/office/drawing/2014/main" id="{29696172-FD08-733E-0B57-90590F2F9F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7904" r="17904"/>
          <a:stretch>
            <a:fillRect/>
          </a:stretch>
        </p:blipFill>
        <p:spPr>
          <a:xfrm>
            <a:off x="3026361" y="2699405"/>
            <a:ext cx="2541930" cy="2103693"/>
          </a:xfrm>
          <a:effectLst>
            <a:glow rad="465099">
              <a:schemeClr val="accent1">
                <a:alpha val="39782"/>
              </a:schemeClr>
            </a:glow>
          </a:effectLst>
          <a:scene3d>
            <a:camera prst="orthographicFront"/>
            <a:lightRig rig="threePt" dir="t"/>
          </a:scene3d>
          <a:sp3d>
            <a:extrusionClr>
              <a:schemeClr val="bg1"/>
            </a:extrusionClr>
          </a:sp3d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40A537C-7E0B-0550-FCEE-5D6EE52C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 anchor="ctr">
            <a:normAutofit/>
          </a:bodyPr>
          <a:lstStyle/>
          <a:p>
            <a:r>
              <a:rPr lang="it-IT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4895D5C0-F366-2812-7A2E-661102D7DD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6641879"/>
              </p:ext>
            </p:extLst>
          </p:nvPr>
        </p:nvGraphicFramePr>
        <p:xfrm>
          <a:off x="6172200" y="1575582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Immagine 11" descr="Immagine che contiene aria aperta, cielo, albero, strada&#10;&#10;Il contenuto generato dall'IA potrebbe non essere corretto.">
            <a:extLst>
              <a:ext uri="{FF2B5EF4-FFF2-40B4-BE49-F238E27FC236}">
                <a16:creationId xmlns:a16="http://schemas.microsoft.com/office/drawing/2014/main" id="{8B2350DE-523B-1CFB-8B8F-AE3752994CE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3251" t="-12786" r="-44777" b="-6122"/>
          <a:stretch>
            <a:fillRect/>
          </a:stretch>
        </p:blipFill>
        <p:spPr>
          <a:xfrm>
            <a:off x="-631065" y="2462896"/>
            <a:ext cx="4644920" cy="2576710"/>
          </a:xfrm>
          <a:prstGeom prst="rect">
            <a:avLst/>
          </a:prstGeom>
          <a:effectLst>
            <a:glow rad="295031">
              <a:schemeClr val="accent1">
                <a:alpha val="61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C1E6C2-78E7-5851-BCA2-7A05D4CE0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98" y="543544"/>
            <a:ext cx="7321550" cy="902808"/>
          </a:xfrm>
        </p:spPr>
        <p:txBody>
          <a:bodyPr>
            <a:normAutofit/>
          </a:bodyPr>
          <a:lstStyle/>
          <a:p>
            <a:r>
              <a:rPr lang="it-IT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it-IT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133DB7-B734-C3FE-9CE7-CB5BF757C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132" y="1623073"/>
            <a:ext cx="8380697" cy="128509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composed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931 images;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</a:t>
            </a:r>
            <a:r>
              <a:rPr kumimoji="0" lang="it-IT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mages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it-IT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captured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 rural </a:t>
            </a:r>
            <a:r>
              <a:rPr kumimoji="0" lang="it-IT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under different </a:t>
            </a:r>
            <a:r>
              <a:rPr kumimoji="0" lang="it-IT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3" name="Immagine 2" descr="Immagine che contiene aria aperta, albero, cielo, pianta&#10;&#10;Il contenuto generato dall'IA potrebbe non essere corretto.">
            <a:extLst>
              <a:ext uri="{FF2B5EF4-FFF2-40B4-BE49-F238E27FC236}">
                <a16:creationId xmlns:a16="http://schemas.microsoft.com/office/drawing/2014/main" id="{14880054-D766-5474-B8BA-DEBF096D7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515"/>
          <a:stretch>
            <a:fillRect/>
          </a:stretch>
        </p:blipFill>
        <p:spPr>
          <a:xfrm>
            <a:off x="8046682" y="3643087"/>
            <a:ext cx="2560501" cy="1462074"/>
          </a:xfrm>
          <a:prstGeom prst="roundRect">
            <a:avLst>
              <a:gd name="adj" fmla="val 3632"/>
            </a:avLst>
          </a:prstGeom>
        </p:spPr>
      </p:pic>
      <p:pic>
        <p:nvPicPr>
          <p:cNvPr id="13" name="Immagine 12" descr="Immagine che contiene aria aperta, albero, cielo, strada&#10;&#10;Il contenuto generato dall'IA potrebbe non essere corretto.">
            <a:extLst>
              <a:ext uri="{FF2B5EF4-FFF2-40B4-BE49-F238E27FC236}">
                <a16:creationId xmlns:a16="http://schemas.microsoft.com/office/drawing/2014/main" id="{8ECD72E5-0A98-8B41-DA8C-FB4F58491A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52"/>
          <a:stretch>
            <a:fillRect/>
          </a:stretch>
        </p:blipFill>
        <p:spPr>
          <a:xfrm>
            <a:off x="7064599" y="409992"/>
            <a:ext cx="2641600" cy="1492161"/>
          </a:xfrm>
          <a:prstGeom prst="roundRect">
            <a:avLst>
              <a:gd name="adj" fmla="val 6974"/>
            </a:avLst>
          </a:prstGeom>
        </p:spPr>
      </p:pic>
      <p:pic>
        <p:nvPicPr>
          <p:cNvPr id="15" name="Immagine 14" descr="Immagine che contiene aria aperta, cielo, erba, natura&#10;&#10;Il contenuto generato dall'IA potrebbe non essere corretto.">
            <a:extLst>
              <a:ext uri="{FF2B5EF4-FFF2-40B4-BE49-F238E27FC236}">
                <a16:creationId xmlns:a16="http://schemas.microsoft.com/office/drawing/2014/main" id="{9E1CA51B-8511-93D5-5722-FF4748237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0" r="7205" b="4981"/>
          <a:stretch>
            <a:fillRect/>
          </a:stretch>
        </p:blipFill>
        <p:spPr>
          <a:xfrm>
            <a:off x="9337899" y="2066773"/>
            <a:ext cx="2538568" cy="1462074"/>
          </a:xfrm>
          <a:prstGeom prst="roundRect">
            <a:avLst>
              <a:gd name="adj" fmla="val 5681"/>
            </a:avLst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5DF9F10-C5C3-F198-3560-46BD9562BA8E}"/>
              </a:ext>
            </a:extLst>
          </p:cNvPr>
          <p:cNvSpPr txBox="1"/>
          <p:nvPr/>
        </p:nvSpPr>
        <p:spPr>
          <a:xfrm>
            <a:off x="153920" y="2953138"/>
            <a:ext cx="68305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it-IT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  <a:r>
              <a:rPr lang="it-IT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applied to balance class </a:t>
            </a:r>
            <a:r>
              <a:rPr lang="it-IT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it-IT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Elemento grafico 25" descr="Freccia GIÙ con riempimento a tinta unita">
            <a:extLst>
              <a:ext uri="{FF2B5EF4-FFF2-40B4-BE49-F238E27FC236}">
                <a16:creationId xmlns:a16="http://schemas.microsoft.com/office/drawing/2014/main" id="{2BCDEC7D-7AF9-5B40-68F6-30631B345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6236" y="3258177"/>
            <a:ext cx="550985" cy="550985"/>
          </a:xfrm>
          <a:prstGeom prst="rect">
            <a:avLst/>
          </a:prstGeom>
        </p:spPr>
      </p:pic>
      <p:pic>
        <p:nvPicPr>
          <p:cNvPr id="27" name="Immagine 26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9A566A0-0839-6E84-0F9D-54B6BFFB7F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33" y="3862374"/>
            <a:ext cx="4166252" cy="248557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2405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35E9EA-0AB0-546F-1B17-421B2F43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28" y="370334"/>
            <a:ext cx="10515600" cy="869594"/>
          </a:xfrm>
        </p:spPr>
        <p:txBody>
          <a:bodyPr anchor="ctr">
            <a:normAutofit/>
          </a:bodyPr>
          <a:lstStyle/>
          <a:p>
            <a:r>
              <a:rPr lang="it-IT" b="1" dirty="0"/>
              <a:t>Functional &amp; Non-Functional Requirements</a:t>
            </a:r>
            <a:endParaRPr lang="en-US" b="1" dirty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1FC92BE1-169B-2FFF-A490-AD12AA5049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539774"/>
              </p:ext>
            </p:extLst>
          </p:nvPr>
        </p:nvGraphicFramePr>
        <p:xfrm>
          <a:off x="706728" y="1965848"/>
          <a:ext cx="10778544" cy="4618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5342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861D85-F1FF-1C7B-CBAF-FBE829F5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948" y="305939"/>
            <a:ext cx="8486103" cy="869594"/>
          </a:xfrm>
        </p:spPr>
        <p:txBody>
          <a:bodyPr>
            <a:normAutofit/>
          </a:bodyPr>
          <a:lstStyle/>
          <a:p>
            <a:r>
              <a:rPr lang="it-I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DeepLabV3 + MobileNetV3 Large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89BF1D-0C0A-0B39-A247-8A1AC06F9FF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0608" y="1918952"/>
            <a:ext cx="10856890" cy="4530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Architecture</a:t>
            </a:r>
          </a:p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is broadly divided into two main components: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series of convolutional blocks that progressively reduce the spatial dimension of the image, extracting compact latent representations.  </a:t>
            </a:r>
          </a:p>
          <a:p>
            <a:pPr marL="0" lv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block includes: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Convolutions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 Activation Function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reconstructs the segmentation map from the latent representation, using: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Transposed Convolution (deconvolution).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 (optional) to improve spatial reconstruction.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83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53A7B-0157-8200-324F-377C3879E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956" y="1246076"/>
            <a:ext cx="5181600" cy="1497124"/>
          </a:xfrm>
        </p:spPr>
        <p:txBody>
          <a:bodyPr/>
          <a:lstStyle/>
          <a:p>
            <a:pPr marL="0" indent="0">
              <a:buNone/>
            </a:pPr>
            <a:r>
              <a:rPr lang="it-IT" b="1" dirty="0" err="1"/>
              <a:t>Backbone</a:t>
            </a:r>
            <a:r>
              <a:rPr lang="it-IT" b="1" dirty="0"/>
              <a:t>: MobileNetV3 Large</a:t>
            </a:r>
            <a:endParaRPr lang="it-IT" dirty="0"/>
          </a:p>
          <a:p>
            <a:r>
              <a:rPr lang="it-IT" dirty="0" err="1"/>
              <a:t>Lightweight</a:t>
            </a:r>
            <a:r>
              <a:rPr lang="it-IT" dirty="0"/>
              <a:t>, </a:t>
            </a:r>
            <a:r>
              <a:rPr lang="it-IT" dirty="0" err="1"/>
              <a:t>optimized</a:t>
            </a:r>
            <a:r>
              <a:rPr lang="it-IT" dirty="0"/>
              <a:t> for </a:t>
            </a:r>
            <a:r>
              <a:rPr lang="it-IT" dirty="0" err="1"/>
              <a:t>edge</a:t>
            </a:r>
            <a:r>
              <a:rPr lang="it-IT" dirty="0"/>
              <a:t> devices</a:t>
            </a:r>
          </a:p>
          <a:p>
            <a:r>
              <a:rPr lang="it-IT" dirty="0" err="1"/>
              <a:t>Pretrained</a:t>
            </a:r>
            <a:r>
              <a:rPr lang="it-IT" dirty="0"/>
              <a:t> on </a:t>
            </a:r>
            <a:r>
              <a:rPr lang="it-IT" dirty="0" err="1"/>
              <a:t>ImageNet</a:t>
            </a:r>
            <a:r>
              <a:rPr lang="it-IT" dirty="0"/>
              <a:t> for </a:t>
            </a:r>
            <a:r>
              <a:rPr lang="it-IT" dirty="0" err="1"/>
              <a:t>faster</a:t>
            </a:r>
            <a:r>
              <a:rPr lang="it-IT" dirty="0"/>
              <a:t> </a:t>
            </a:r>
            <a:r>
              <a:rPr lang="it-IT" dirty="0" err="1"/>
              <a:t>convergence</a:t>
            </a:r>
            <a:endParaRPr lang="it-IT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5BAE0F-94E0-00FF-3FD8-A4CA9379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56" y="164354"/>
            <a:ext cx="4400559" cy="869594"/>
          </a:xfrm>
        </p:spPr>
        <p:txBody>
          <a:bodyPr>
            <a:normAutofit/>
          </a:bodyPr>
          <a:lstStyle/>
          <a:p>
            <a:r>
              <a:rPr lang="it-IT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it-IT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</a:t>
            </a:r>
            <a:endParaRPr 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79A900-5990-809F-69D0-716F351ACF46}"/>
              </a:ext>
            </a:extLst>
          </p:cNvPr>
          <p:cNvSpPr txBox="1"/>
          <p:nvPr/>
        </p:nvSpPr>
        <p:spPr>
          <a:xfrm>
            <a:off x="222956" y="2836572"/>
            <a:ext cx="56527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ASPP Module (</a:t>
            </a:r>
            <a:r>
              <a:rPr lang="it-IT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Atrous</a:t>
            </a:r>
            <a:r>
              <a:rPr lang="it-I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it-I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Pyramid</a:t>
            </a:r>
            <a:r>
              <a:rPr lang="it-I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Pooling)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</a:t>
            </a: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multi-scale </a:t>
            </a: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atrous</a:t>
            </a: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convolutions</a:t>
            </a:r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varying</a:t>
            </a:r>
            <a:r>
              <a:rPr lang="it-I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sizes</a:t>
            </a:r>
          </a:p>
          <a:p>
            <a:endParaRPr lang="it-I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F8AEF6-47C8-34C3-92F8-7D47F1257BB7}"/>
              </a:ext>
            </a:extLst>
          </p:cNvPr>
          <p:cNvSpPr txBox="1"/>
          <p:nvPr/>
        </p:nvSpPr>
        <p:spPr>
          <a:xfrm>
            <a:off x="222956" y="4303118"/>
            <a:ext cx="5181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</a:rPr>
              <a:t>Decoder</a:t>
            </a:r>
            <a:endParaRPr lang="it-IT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</a:rPr>
              <a:t>Restores</a:t>
            </a:r>
            <a:r>
              <a:rPr lang="it-IT" sz="2000" dirty="0">
                <a:solidFill>
                  <a:schemeClr val="bg1"/>
                </a:solidFill>
              </a:rPr>
              <a:t> </a:t>
            </a:r>
            <a:r>
              <a:rPr lang="it-IT" sz="2000" dirty="0" err="1">
                <a:solidFill>
                  <a:schemeClr val="bg1"/>
                </a:solidFill>
              </a:rPr>
              <a:t>spatial</a:t>
            </a:r>
            <a:r>
              <a:rPr lang="it-IT" sz="2000" dirty="0">
                <a:solidFill>
                  <a:schemeClr val="bg1"/>
                </a:solidFill>
              </a:rPr>
              <a:t> </a:t>
            </a:r>
            <a:r>
              <a:rPr lang="it-IT" sz="2000" dirty="0" err="1">
                <a:solidFill>
                  <a:schemeClr val="bg1"/>
                </a:solidFill>
              </a:rPr>
              <a:t>resolution</a:t>
            </a:r>
            <a:r>
              <a:rPr lang="it-IT" sz="2000" dirty="0">
                <a:solidFill>
                  <a:schemeClr val="bg1"/>
                </a:solidFill>
              </a:rPr>
              <a:t> via </a:t>
            </a:r>
            <a:r>
              <a:rPr lang="it-IT" sz="2000" dirty="0" err="1">
                <a:solidFill>
                  <a:schemeClr val="bg1"/>
                </a:solidFill>
              </a:rPr>
              <a:t>upsampling</a:t>
            </a:r>
            <a:endParaRPr lang="it-IT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</a:rPr>
              <a:t>Combines low- and high-</a:t>
            </a:r>
            <a:r>
              <a:rPr lang="it-IT" sz="2000" dirty="0" err="1">
                <a:solidFill>
                  <a:schemeClr val="bg1"/>
                </a:solidFill>
              </a:rPr>
              <a:t>level</a:t>
            </a:r>
            <a:r>
              <a:rPr lang="it-IT" sz="2000" dirty="0">
                <a:solidFill>
                  <a:schemeClr val="bg1"/>
                </a:solidFill>
              </a:rPr>
              <a:t> features for </a:t>
            </a:r>
            <a:r>
              <a:rPr lang="it-IT" sz="2000" dirty="0" err="1">
                <a:solidFill>
                  <a:schemeClr val="bg1"/>
                </a:solidFill>
              </a:rPr>
              <a:t>better</a:t>
            </a:r>
            <a:r>
              <a:rPr lang="it-IT" sz="2000" dirty="0">
                <a:solidFill>
                  <a:schemeClr val="bg1"/>
                </a:solidFill>
              </a:rPr>
              <a:t> boundary </a:t>
            </a:r>
            <a:r>
              <a:rPr lang="it-IT" sz="2000" dirty="0" err="1">
                <a:solidFill>
                  <a:schemeClr val="bg1"/>
                </a:solidFill>
              </a:rPr>
              <a:t>accuracy</a:t>
            </a:r>
            <a:endParaRPr lang="it-IT" sz="2000" dirty="0">
              <a:solidFill>
                <a:schemeClr val="bg1"/>
              </a:solidFill>
            </a:endParaRPr>
          </a:p>
          <a:p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8" name="Immagine 7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932B379B-CBC3-7798-5EEC-FE7899FE4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83282"/>
            <a:ext cx="5739752" cy="3119836"/>
          </a:xfrm>
          <a:prstGeom prst="rect">
            <a:avLst/>
          </a:prstGeom>
          <a:effectLst>
            <a:glow rad="482777">
              <a:schemeClr val="accent4">
                <a:lumMod val="60000"/>
                <a:lumOff val="40000"/>
                <a:alpha val="54000"/>
              </a:schemeClr>
            </a:glow>
          </a:effec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D6919BA-4047-3A53-DA0C-642899AE73BB}"/>
              </a:ext>
            </a:extLst>
          </p:cNvPr>
          <p:cNvSpPr txBox="1"/>
          <p:nvPr/>
        </p:nvSpPr>
        <p:spPr>
          <a:xfrm>
            <a:off x="6260604" y="5283396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it-IT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it-IT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endParaRPr lang="it-IT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endParaRPr lang="it-IT" dirty="0"/>
          </a:p>
        </p:txBody>
      </p:sp>
      <p:pic>
        <p:nvPicPr>
          <p:cNvPr id="14" name="Elemento grafico 13" descr="Cursore contorno">
            <a:extLst>
              <a:ext uri="{FF2B5EF4-FFF2-40B4-BE49-F238E27FC236}">
                <a16:creationId xmlns:a16="http://schemas.microsoft.com/office/drawing/2014/main" id="{2B409ADD-C0AD-4D94-FA3F-8355BA4E1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471418">
            <a:off x="8600942" y="45383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5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74C84E-B5E1-A730-219B-B251B5EE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0" y="681037"/>
            <a:ext cx="7315200" cy="869594"/>
          </a:xfrm>
        </p:spPr>
        <p:txBody>
          <a:bodyPr anchor="ctr">
            <a:normAutofit fontScale="90000"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0B15FAD0-C4D0-1B69-0287-3CC2FD0DB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661933"/>
              </p:ext>
            </p:extLst>
          </p:nvPr>
        </p:nvGraphicFramePr>
        <p:xfrm>
          <a:off x="510207" y="1679713"/>
          <a:ext cx="7719391" cy="4661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148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7F20D3-EB7D-EF52-B58A-02F39757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 anchor="ctr">
            <a:normAutofit/>
          </a:bodyPr>
          <a:lstStyle/>
          <a:p>
            <a:r>
              <a:rPr lang="it-IT" b="1"/>
              <a:t>Model </a:t>
            </a:r>
            <a:r>
              <a:rPr lang="it-IT" b="1" err="1"/>
              <a:t>Implementation</a:t>
            </a:r>
            <a:endParaRPr lang="en-US" b="1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07805F43-8AAE-D4CD-86FD-28287AF72A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459192"/>
              </p:ext>
            </p:extLst>
          </p:nvPr>
        </p:nvGraphicFramePr>
        <p:xfrm>
          <a:off x="708991" y="2027996"/>
          <a:ext cx="10515600" cy="4357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9265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EFBEBC-F02D-187E-E748-C5FACFC3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094"/>
            <a:ext cx="10515600" cy="869594"/>
          </a:xfrm>
        </p:spPr>
        <p:txBody>
          <a:bodyPr anchor="ctr">
            <a:normAutofit/>
          </a:bodyPr>
          <a:lstStyle/>
          <a:p>
            <a:r>
              <a:rPr lang="it-IT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it-IT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ext Placeholder 8">
            <a:extLst>
              <a:ext uri="{FF2B5EF4-FFF2-40B4-BE49-F238E27FC236}">
                <a16:creationId xmlns:a16="http://schemas.microsoft.com/office/drawing/2014/main" id="{65ABAAA2-BF8E-6BE9-7607-46199C7F2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671067"/>
              </p:ext>
            </p:extLst>
          </p:nvPr>
        </p:nvGraphicFramePr>
        <p:xfrm>
          <a:off x="601317" y="1948070"/>
          <a:ext cx="10989365" cy="4491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83CA2C-A0C4-CD04-68F0-2A49319FB36F}"/>
              </a:ext>
            </a:extLst>
          </p:cNvPr>
          <p:cNvSpPr txBox="1"/>
          <p:nvPr/>
        </p:nvSpPr>
        <p:spPr>
          <a:xfrm>
            <a:off x="8898835" y="4730592"/>
            <a:ext cx="2779643" cy="2045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Hyperparameter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Batch Size</a:t>
            </a:r>
            <a:r>
              <a:rPr lang="en-US" sz="1600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: 8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Learning Rate</a:t>
            </a:r>
            <a:r>
              <a:rPr lang="en-US" sz="1600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: 1e-4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Number of Folds</a:t>
            </a:r>
            <a:r>
              <a:rPr lang="en-US" sz="1600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: 5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Number of Epochs</a:t>
            </a:r>
            <a:r>
              <a:rPr lang="en-US" sz="1600" dirty="0">
                <a:solidFill>
                  <a:schemeClr val="bg1"/>
                </a:solidFill>
                <a:latin typeface="Bricolage Grotesque 14pt" panose="020B0605040402000204" pitchFamily="34" charset="0"/>
              </a:rPr>
              <a:t>: 20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837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>
            <a:extLst>
              <a:ext uri="{FF2B5EF4-FFF2-40B4-BE49-F238E27FC236}">
                <a16:creationId xmlns:a16="http://schemas.microsoft.com/office/drawing/2014/main" id="{57E03B0C-B721-6C05-D35A-0E83F301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973"/>
            <a:ext cx="10515600" cy="859415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870040BB-A25C-D944-C9D3-5300F19E8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103" y="4713005"/>
            <a:ext cx="2366193" cy="41001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per fold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A8F75947-2A63-237A-5D87-2093421D9F5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15443" y="5013746"/>
            <a:ext cx="2910816" cy="41579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 per fold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2EDA91C-E91F-6D7E-AF85-3F044582841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88673" y="4503260"/>
            <a:ext cx="2672063" cy="34306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Pixel Accuracy per fold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66520F1B-C430-510F-1ABE-76CE391D32F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044602" y="5625138"/>
            <a:ext cx="3005993" cy="638827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Mean Intersection over Union per fold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4EC021-D12B-0C22-F0E7-F2FBB80D4C4C}"/>
              </a:ext>
            </a:extLst>
          </p:cNvPr>
          <p:cNvSpPr txBox="1"/>
          <p:nvPr/>
        </p:nvSpPr>
        <p:spPr>
          <a:xfrm>
            <a:off x="2496965" y="6036799"/>
            <a:ext cx="41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over Union (</a:t>
            </a:r>
            <a:r>
              <a:rPr lang="en-GB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it-IT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0.58</a:t>
            </a:r>
          </a:p>
        </p:txBody>
      </p:sp>
      <p:pic>
        <p:nvPicPr>
          <p:cNvPr id="7" name="Elemento grafico 6" descr="Cursore contorno">
            <a:extLst>
              <a:ext uri="{FF2B5EF4-FFF2-40B4-BE49-F238E27FC236}">
                <a16:creationId xmlns:a16="http://schemas.microsoft.com/office/drawing/2014/main" id="{8CB40585-DB9A-28FB-69A7-0C8741C7E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408697">
            <a:off x="1778927" y="5376658"/>
            <a:ext cx="914400" cy="9144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03672FA-E800-5E42-7407-E839C79C6C32}"/>
              </a:ext>
            </a:extLst>
          </p:cNvPr>
          <p:cNvSpPr txBox="1"/>
          <p:nvPr/>
        </p:nvSpPr>
        <p:spPr>
          <a:xfrm>
            <a:off x="424979" y="2031510"/>
            <a:ext cx="9827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are the results obtained from an example using cross-validation with the various choices, using 5 folds and 20 training epochs.</a:t>
            </a:r>
          </a:p>
        </p:txBody>
      </p:sp>
      <p:pic>
        <p:nvPicPr>
          <p:cNvPr id="16" name="Immagine 15" descr="Immagine che contiene Diagramm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9E7554C5-179B-7681-023B-1D348D5337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03" y="3009234"/>
            <a:ext cx="2794128" cy="1676302"/>
          </a:xfrm>
          <a:prstGeom prst="rect">
            <a:avLst/>
          </a:prstGeom>
        </p:spPr>
      </p:pic>
      <p:pic>
        <p:nvPicPr>
          <p:cNvPr id="19" name="Immagine 18" descr="Immagine che contiene diagramm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8AD44B46-BAD4-38EF-E5F7-EA97BF36D7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837" y="3266637"/>
            <a:ext cx="2839795" cy="1703936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D2A73280-BC0A-FEEF-E52F-C9816E9D8C0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09" y="2728651"/>
            <a:ext cx="2839793" cy="1703935"/>
          </a:xfrm>
          <a:prstGeom prst="rect">
            <a:avLst/>
          </a:prstGeom>
        </p:spPr>
      </p:pic>
      <p:pic>
        <p:nvPicPr>
          <p:cNvPr id="25" name="Immagine 24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B2CC4EA-D7A2-CEC8-875D-BB137BB57A2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210" y="3783467"/>
            <a:ext cx="2905385" cy="174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BE2DB3-25B9-2230-053A-46AF56E3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02" y="586316"/>
            <a:ext cx="7737389" cy="869594"/>
          </a:xfrm>
        </p:spPr>
        <p:txBody>
          <a:bodyPr>
            <a:normAutofit/>
          </a:bodyPr>
          <a:lstStyle/>
          <a:p>
            <a:r>
              <a:rPr lang="it-IT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&amp; Key </a:t>
            </a:r>
            <a:r>
              <a:rPr lang="it-IT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EC554C-ACF5-7740-67CD-08B86E1F557E}"/>
              </a:ext>
            </a:extLst>
          </p:cNvPr>
          <p:cNvSpPr txBox="1"/>
          <p:nvPr/>
        </p:nvSpPr>
        <p:spPr>
          <a:xfrm>
            <a:off x="363141" y="1455910"/>
            <a:ext cx="112446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 Union (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which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remained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0.55,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validity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approach in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reliability.</a:t>
            </a:r>
          </a:p>
          <a:p>
            <a:endParaRPr lang="it-I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Noted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eliminating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63 </a:t>
            </a:r>
            <a:r>
              <a:rPr lang="it-IT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samples and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the model with 868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samples, the performance relative to the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validation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settled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0.6,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</a:t>
            </a:r>
            <a:r>
              <a:rPr lang="it-I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improvement.</a:t>
            </a:r>
          </a:p>
        </p:txBody>
      </p:sp>
      <p:pic>
        <p:nvPicPr>
          <p:cNvPr id="8" name="Immagine 7" descr="Immagine che contiene mappa&#10;&#10;Il contenuto generato dall'IA potrebbe non essere corretto.">
            <a:extLst>
              <a:ext uri="{FF2B5EF4-FFF2-40B4-BE49-F238E27FC236}">
                <a16:creationId xmlns:a16="http://schemas.microsoft.com/office/drawing/2014/main" id="{2B37892F-DA6A-6AE7-3E96-00AFAC731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319" y="4502898"/>
            <a:ext cx="3913208" cy="2078892"/>
          </a:xfrm>
          <a:prstGeom prst="rect">
            <a:avLst/>
          </a:prstGeom>
        </p:spPr>
      </p:pic>
      <p:pic>
        <p:nvPicPr>
          <p:cNvPr id="10" name="Immagine 9" descr="Immagine che contiene aria aperta, nuvola, albero, strada&#10;&#10;Il contenuto generato dall'IA potrebbe non essere corretto.">
            <a:extLst>
              <a:ext uri="{FF2B5EF4-FFF2-40B4-BE49-F238E27FC236}">
                <a16:creationId xmlns:a16="http://schemas.microsoft.com/office/drawing/2014/main" id="{D8502840-7C90-19C2-0A91-2ABACF5AE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224" y="4461693"/>
            <a:ext cx="3990771" cy="21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D1CD606-5877-7075-3F43-5361FDB7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909" y="2315816"/>
            <a:ext cx="9114182" cy="15902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ATTENTION</a:t>
            </a:r>
          </a:p>
        </p:txBody>
      </p:sp>
    </p:spTree>
    <p:extLst>
      <p:ext uri="{BB962C8B-B14F-4D97-AF65-F5344CB8AC3E}">
        <p14:creationId xmlns:p14="http://schemas.microsoft.com/office/powerpoint/2010/main" val="1263514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4">
      <a:dk1>
        <a:srgbClr val="000000"/>
      </a:dk1>
      <a:lt1>
        <a:srgbClr val="FFFFFF"/>
      </a:lt1>
      <a:dk2>
        <a:srgbClr val="171431"/>
      </a:dk2>
      <a:lt2>
        <a:srgbClr val="1F66B2"/>
      </a:lt2>
      <a:accent1>
        <a:srgbClr val="7A77C6"/>
      </a:accent1>
      <a:accent2>
        <a:srgbClr val="08F7FE"/>
      </a:accent2>
      <a:accent3>
        <a:srgbClr val="4A47A9"/>
      </a:accent3>
      <a:accent4>
        <a:srgbClr val="413E93"/>
      </a:accent4>
      <a:accent5>
        <a:srgbClr val="E450A9"/>
      </a:accent5>
      <a:accent6>
        <a:srgbClr val="7320A3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nology PowerPoint Template" id="{E493AF48-766E-9A4D-A39F-F5F1898972C4}" vid="{0074E237-FCDF-A346-83EB-8F8F33CD2B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Project_Presentation</Template>
  <TotalTime>0</TotalTime>
  <Words>680</Words>
  <Application>Microsoft Office PowerPoint</Application>
  <PresentationFormat>Widescreen</PresentationFormat>
  <Paragraphs>100</Paragraphs>
  <Slides>12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Arial</vt:lpstr>
      <vt:lpstr>Bricolage Grotesque 14pt</vt:lpstr>
      <vt:lpstr>Calibri</vt:lpstr>
      <vt:lpstr>Times New Roman</vt:lpstr>
      <vt:lpstr>Wingdings</vt:lpstr>
      <vt:lpstr>Tema di Office</vt:lpstr>
      <vt:lpstr>Semantic Segmentation for Autonomous Vehicles in Rural Environments</vt:lpstr>
      <vt:lpstr>Project Goals</vt:lpstr>
      <vt:lpstr>Dataset Description</vt:lpstr>
      <vt:lpstr>Functional &amp; Non-Functional Requirements</vt:lpstr>
      <vt:lpstr>DeepLabV3 + MobileNetV3 Large</vt:lpstr>
      <vt:lpstr>Main Components</vt:lpstr>
      <vt:lpstr>Data Preprocessing &amp; Augmentation</vt:lpstr>
      <vt:lpstr>Model Implementation</vt:lpstr>
      <vt:lpstr>Training Details</vt:lpstr>
      <vt:lpstr>RESULTS</vt:lpstr>
      <vt:lpstr>Project Summary &amp; Key Findings</vt:lpstr>
      <vt:lpstr>THANK YOU  FOR THE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Infante</dc:creator>
  <cp:lastModifiedBy>Angelo Infante</cp:lastModifiedBy>
  <cp:revision>1</cp:revision>
  <dcterms:created xsi:type="dcterms:W3CDTF">2025-11-23T11:05:10Z</dcterms:created>
  <dcterms:modified xsi:type="dcterms:W3CDTF">2025-11-23T11:05:42Z</dcterms:modified>
</cp:coreProperties>
</file>